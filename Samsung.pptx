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_rels/slideMaster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14.xml" ContentType="application/vnd.openxmlformats-officedocument.theme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_rels/presentation.xml.rels" ContentType="application/vnd.openxmlformats-package.relationships+xml"/>
  <Override PartName="/ppt/media/image14.png" ContentType="image/png"/>
  <Override PartName="/ppt/media/image5.jpeg" ContentType="image/jpeg"/>
  <Override PartName="/ppt/media/image6.png" ContentType="image/png"/>
  <Override PartName="/ppt/media/image10.png" ContentType="image/png"/>
  <Override PartName="/ppt/media/image1.png" ContentType="image/png"/>
  <Override PartName="/ppt/media/image7.png" ContentType="image/png"/>
  <Override PartName="/ppt/media/image11.png" ContentType="image/png"/>
  <Override PartName="/ppt/media/image2.png" ContentType="image/png"/>
  <Override PartName="/ppt/media/image8.png" ContentType="image/png"/>
  <Override PartName="/ppt/media/image12.png" ContentType="image/png"/>
  <Override PartName="/ppt/media/image3.png" ContentType="image/png"/>
  <Override PartName="/ppt/media/image9.png" ContentType="image/png"/>
  <Override PartName="/ppt/media/image13.png" ContentType="image/png"/>
  <Override PartName="/ppt/media/image4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8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</p:sldMasterIdLst>
  <p:notesMasterIdLst>
    <p:notesMasterId r:id="rId22"/>
  </p:notesMasterIdLst>
  <p:sldIdLst>
    <p:sldId id="256" r:id="rId23"/>
    <p:sldId id="257" r:id="rId24"/>
    <p:sldId id="258" r:id="rId25"/>
    <p:sldId id="259" r:id="rId26"/>
    <p:sldId id="260" r:id="rId27"/>
    <p:sldId id="261" r:id="rId28"/>
    <p:sldId id="262" r:id="rId29"/>
    <p:sldId id="263" r:id="rId30"/>
    <p:sldId id="264" r:id="rId31"/>
    <p:sldId id="265" r:id="rId3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notesMaster" Target="notesMasters/notesMaster1.xml"/><Relationship Id="rId23" Type="http://schemas.openxmlformats.org/officeDocument/2006/relationships/slide" Target="slides/slide1.xml"/><Relationship Id="rId24" Type="http://schemas.openxmlformats.org/officeDocument/2006/relationships/slide" Target="slides/slide2.xml"/><Relationship Id="rId25" Type="http://schemas.openxmlformats.org/officeDocument/2006/relationships/slide" Target="slides/slide3.xml"/><Relationship Id="rId26" Type="http://schemas.openxmlformats.org/officeDocument/2006/relationships/slide" Target="slides/slide4.xml"/><Relationship Id="rId27" Type="http://schemas.openxmlformats.org/officeDocument/2006/relationships/slide" Target="slides/slide5.xml"/><Relationship Id="rId28" Type="http://schemas.openxmlformats.org/officeDocument/2006/relationships/slide" Target="slides/slide6.xml"/><Relationship Id="rId29" Type="http://schemas.openxmlformats.org/officeDocument/2006/relationships/slide" Target="slides/slide7.xml"/><Relationship Id="rId30" Type="http://schemas.openxmlformats.org/officeDocument/2006/relationships/slide" Target="slides/slide8.xml"/><Relationship Id="rId31" Type="http://schemas.openxmlformats.org/officeDocument/2006/relationships/slide" Target="slides/slide9.xml"/><Relationship Id="rId32" Type="http://schemas.openxmlformats.org/officeDocument/2006/relationships/slide" Target="slides/slide10.xml"/><Relationship Id="rId3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1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ru-RU" sz="1800" strike="noStrike" u="none">
                <a:solidFill>
                  <a:schemeClr val="dk1"/>
                </a:solidFill>
                <a:uFillTx/>
                <a:latin typeface="SamsungOne 450C"/>
              </a:rPr>
              <a:t>Для перемещения страницы щёлкните мышью</a:t>
            </a:r>
            <a:endParaRPr b="0" lang="ru-RU" sz="1800" strike="noStrike" u="none">
              <a:solidFill>
                <a:schemeClr val="dk1"/>
              </a:solidFill>
              <a:uFillTx/>
              <a:latin typeface="SamsungOne 450C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Для правки формата примечаний щёлкните мышью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&lt;верхний колонтитул&gt;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75" name="PlaceHolder 4"/>
          <p:cNvSpPr>
            <a:spLocks noGrp="1"/>
          </p:cNvSpPr>
          <p:nvPr>
            <p:ph type="dt" idx="25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76" name="PlaceHolder 5"/>
          <p:cNvSpPr>
            <a:spLocks noGrp="1"/>
          </p:cNvSpPr>
          <p:nvPr>
            <p:ph type="ftr" idx="26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77" name="PlaceHolder 6"/>
          <p:cNvSpPr>
            <a:spLocks noGrp="1"/>
          </p:cNvSpPr>
          <p:nvPr>
            <p:ph type="sldNum" idx="27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D2E741A-2A81-4671-A7D3-D8D5710FD73D}" type="slidenum"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0" lang="ru-RU" sz="1200" strike="noStrike" u="none">
              <a:solidFill>
                <a:schemeClr val="dk1"/>
              </a:solidFill>
              <a:uFillTx/>
              <a:latin typeface="+mn-lt"/>
              <a:ea typeface="+mn-ea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0" lang="ru-RU" sz="1200" strike="noStrike" u="none">
              <a:solidFill>
                <a:schemeClr val="dk1"/>
              </a:solidFill>
              <a:uFillTx/>
              <a:latin typeface="+mn-lt"/>
              <a:ea typeface="+mn-ea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0" lang="ru-RU" sz="1200" strike="noStrike" u="none">
              <a:solidFill>
                <a:schemeClr val="dk1"/>
              </a:solidFill>
              <a:uFillTx/>
              <a:latin typeface="+mn-lt"/>
              <a:ea typeface="+mn-ea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7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0" lang="ru-RU" sz="1200" strike="noStrike" u="none">
              <a:solidFill>
                <a:schemeClr val="dk1"/>
              </a:solidFill>
              <a:uFillTx/>
              <a:latin typeface="+mn-lt"/>
              <a:ea typeface="+mn-ea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0" lang="ru-RU" sz="1200" strike="noStrike" u="none">
              <a:solidFill>
                <a:schemeClr val="dk1"/>
              </a:solidFill>
              <a:uFillTx/>
              <a:latin typeface="+mn-lt"/>
              <a:ea typeface="+mn-ea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3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0" lang="ru-RU" sz="1200" strike="noStrike" u="none">
              <a:solidFill>
                <a:schemeClr val="dk1"/>
              </a:solidFill>
              <a:uFillTx/>
              <a:latin typeface="+mn-lt"/>
              <a:ea typeface="+mn-ea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0" lang="ru-RU" sz="1200" strike="noStrike" u="none">
              <a:solidFill>
                <a:schemeClr val="dk1"/>
              </a:solidFill>
              <a:uFillTx/>
              <a:latin typeface="+mn-lt"/>
              <a:ea typeface="+mn-ea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9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0" lang="ru-RU" sz="1200" strike="noStrike" u="none">
              <a:solidFill>
                <a:schemeClr val="dk1"/>
              </a:solidFill>
              <a:uFillTx/>
              <a:latin typeface="+mn-lt"/>
              <a:ea typeface="+mn-ea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2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0" lang="ru-RU" sz="1200" strike="noStrike" u="none">
              <a:solidFill>
                <a:schemeClr val="dk1"/>
              </a:solidFill>
              <a:uFillTx/>
              <a:latin typeface="+mn-lt"/>
              <a:ea typeface="+mn-ea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0" lang="ru-RU" sz="1200" strike="noStrike" u="none">
              <a:solidFill>
                <a:schemeClr val="dk1"/>
              </a:solidFill>
              <a:uFillTx/>
              <a:latin typeface="+mn-lt"/>
              <a:ea typeface="+mn-ea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Ha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Hat Title Cle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trike="noStrike" u="none">
              <a:solidFill>
                <a:schemeClr val="dk1"/>
              </a:solidFill>
              <a:uFillTx/>
              <a:latin typeface="SamsungOne 450C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057EC56-B311-47D0-A614-DC9047F665A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646B88D4-6299-4CF3-9E4E-B1A5E60250B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i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trike="noStrike" u="none">
              <a:solidFill>
                <a:schemeClr val="dk1"/>
              </a:solidFill>
              <a:uFillTx/>
              <a:latin typeface="SamsungOne 450C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9B178A5A-8F4B-4FFD-84D3-749731AB4A4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EEAF6707-B5F7-423F-A32C-BDAF33C9737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trike="noStrike" u="none">
              <a:solidFill>
                <a:schemeClr val="dk1"/>
              </a:solidFill>
              <a:uFillTx/>
              <a:latin typeface="SamsungOne 450C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52124FE3-2189-435D-A831-B99F581325C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5F9A21D4-85B6-4B54-AD4A-F13B051EDED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trike="noStrike" u="none">
              <a:solidFill>
                <a:schemeClr val="dk1"/>
              </a:solidFill>
              <a:uFillTx/>
              <a:latin typeface="SamsungOne 450C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5A96340A-3336-45B2-BF18-F46B200FC1B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F203D385-CE4B-41A1-A43C-C6931E2D0C5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4.png"/><Relationship Id="rId7" Type="http://schemas.openxmlformats.org/officeDocument/2006/relationships/image" Target="../media/image2.png"/><Relationship Id="rId8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4.png"/><Relationship Id="rId7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5.jpeg"/><Relationship Id="rId4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7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7.png"/><Relationship Id="rId5" Type="http://schemas.openxmlformats.org/officeDocument/2006/relationships/image" Target="../media/image7.png"/><Relationship Id="rId6" Type="http://schemas.openxmlformats.org/officeDocument/2006/relationships/image" Target="../media/image7.png"/><Relationship Id="rId7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7.png"/><Relationship Id="rId5" Type="http://schemas.openxmlformats.org/officeDocument/2006/relationships/image" Target="../media/image7.png"/><Relationship Id="rId6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5.jpeg"/><Relationship Id="rId3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4.png"/><Relationship Id="rId6" Type="http://schemas.openxmlformats.org/officeDocument/2006/relationships/image" Target="../media/image2.png"/><Relationship Id="rId7" Type="http://schemas.openxmlformats.org/officeDocument/2006/relationships/image" Target="../media/image8.png"/><Relationship Id="rId8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4.png"/><Relationship Id="rId6" Type="http://schemas.openxmlformats.org/officeDocument/2006/relationships/image" Target="../media/image8.png"/><Relationship Id="rId7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png"/><Relationship Id="rId3" Type="http://schemas.openxmlformats.org/officeDocument/2006/relationships/image" Target="../media/image5.jpeg"/><Relationship Id="rId4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7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image" Target="../media/image7.png"/><Relationship Id="rId5" Type="http://schemas.openxmlformats.org/officeDocument/2006/relationships/image" Target="../media/image7.png"/><Relationship Id="rId6" Type="http://schemas.openxmlformats.org/officeDocument/2006/relationships/image" Target="../media/image7.png"/><Relationship Id="rId7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image" Target="../media/image7.png"/><Relationship Id="rId5" Type="http://schemas.openxmlformats.org/officeDocument/2006/relationships/image" Target="../media/image7.png"/><Relationship Id="rId6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5.jpeg"/><Relationship Id="rId3" Type="http://schemas.openxmlformats.org/officeDocument/2006/relationships/slideLayout" Target="../slideLayouts/slideLayout2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Рисунок 12" descr=""/>
          <p:cNvPicPr/>
          <p:nvPr/>
        </p:nvPicPr>
        <p:blipFill>
          <a:blip r:embed="rId3"/>
          <a:srcRect l="23308" t="0" r="586" b="48525"/>
          <a:stretch/>
        </p:blipFill>
        <p:spPr>
          <a:xfrm>
            <a:off x="0" y="4385880"/>
            <a:ext cx="6420960" cy="2471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" name="Рисунок 16" descr=""/>
          <p:cNvPicPr/>
          <p:nvPr/>
        </p:nvPicPr>
        <p:blipFill>
          <a:blip r:embed="rId4"/>
          <a:stretch/>
        </p:blipFill>
        <p:spPr>
          <a:xfrm>
            <a:off x="2513880" y="2213280"/>
            <a:ext cx="6918840" cy="2430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" name="Рисунок 17" descr=""/>
          <p:cNvPicPr/>
          <p:nvPr/>
        </p:nvPicPr>
        <p:blipFill>
          <a:blip r:embed="rId5"/>
          <a:srcRect l="23308" t="0" r="586" b="48525"/>
          <a:stretch/>
        </p:blipFill>
        <p:spPr>
          <a:xfrm rot="10800000">
            <a:off x="5771160" y="0"/>
            <a:ext cx="6420960" cy="247176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" name="Группа 27"/>
          <p:cNvGrpSpPr/>
          <p:nvPr/>
        </p:nvGrpSpPr>
        <p:grpSpPr>
          <a:xfrm>
            <a:off x="226800" y="256320"/>
            <a:ext cx="563040" cy="130320"/>
            <a:chOff x="226800" y="256320"/>
            <a:chExt cx="563040" cy="130320"/>
          </a:xfrm>
        </p:grpSpPr>
        <p:sp>
          <p:nvSpPr>
            <p:cNvPr id="4" name="Овал 28"/>
            <p:cNvSpPr/>
            <p:nvPr/>
          </p:nvSpPr>
          <p:spPr>
            <a:xfrm rot="5400000">
              <a:off x="659520" y="256320"/>
              <a:ext cx="130320" cy="130320"/>
            </a:xfrm>
            <a:prstGeom prst="ellipse">
              <a:avLst/>
            </a:prstGeom>
            <a:noFill/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5" name="Овал 29"/>
            <p:cNvSpPr/>
            <p:nvPr/>
          </p:nvSpPr>
          <p:spPr>
            <a:xfrm rot="5400000">
              <a:off x="433800" y="256320"/>
              <a:ext cx="130320" cy="130320"/>
            </a:xfrm>
            <a:prstGeom prst="ellipse">
              <a:avLst/>
            </a:prstGeom>
            <a:noFill/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6" name="Овал 30"/>
            <p:cNvSpPr/>
            <p:nvPr/>
          </p:nvSpPr>
          <p:spPr>
            <a:xfrm rot="5400000">
              <a:off x="226800" y="256320"/>
              <a:ext cx="130320" cy="130320"/>
            </a:xfrm>
            <a:prstGeom prst="ellipse">
              <a:avLst/>
            </a:prstGeom>
            <a:noFill/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</p:grpSp>
      <p:grpSp>
        <p:nvGrpSpPr>
          <p:cNvPr id="7" name="Группа 31"/>
          <p:cNvGrpSpPr/>
          <p:nvPr/>
        </p:nvGrpSpPr>
        <p:grpSpPr>
          <a:xfrm>
            <a:off x="1014480" y="256320"/>
            <a:ext cx="562680" cy="130320"/>
            <a:chOff x="1014480" y="256320"/>
            <a:chExt cx="562680" cy="130320"/>
          </a:xfrm>
        </p:grpSpPr>
        <p:sp>
          <p:nvSpPr>
            <p:cNvPr id="8" name="Овал 32"/>
            <p:cNvSpPr/>
            <p:nvPr/>
          </p:nvSpPr>
          <p:spPr>
            <a:xfrm rot="5400000">
              <a:off x="1446840" y="256320"/>
              <a:ext cx="130320" cy="130320"/>
            </a:xfrm>
            <a:prstGeom prst="ellipse">
              <a:avLst/>
            </a:prstGeom>
            <a:noFill/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9" name="Овал 33"/>
            <p:cNvSpPr/>
            <p:nvPr/>
          </p:nvSpPr>
          <p:spPr>
            <a:xfrm rot="5400000">
              <a:off x="1221480" y="256320"/>
              <a:ext cx="130320" cy="130320"/>
            </a:xfrm>
            <a:prstGeom prst="ellipse">
              <a:avLst/>
            </a:prstGeom>
            <a:noFill/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10" name="Овал 34"/>
            <p:cNvSpPr/>
            <p:nvPr/>
          </p:nvSpPr>
          <p:spPr>
            <a:xfrm rot="5400000">
              <a:off x="1014480" y="256320"/>
              <a:ext cx="130320" cy="130320"/>
            </a:xfrm>
            <a:prstGeom prst="ellipse">
              <a:avLst/>
            </a:prstGeom>
            <a:noFill/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6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2" descr=""/>
          <p:cNvPicPr/>
          <p:nvPr/>
        </p:nvPicPr>
        <p:blipFill>
          <a:blip r:embed="rId3"/>
          <a:srcRect l="23308" t="0" r="586" b="48525"/>
          <a:stretch/>
        </p:blipFill>
        <p:spPr>
          <a:xfrm>
            <a:off x="0" y="4385880"/>
            <a:ext cx="6420960" cy="2471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" name="Рисунок 17" descr=""/>
          <p:cNvPicPr/>
          <p:nvPr/>
        </p:nvPicPr>
        <p:blipFill>
          <a:blip r:embed="rId4"/>
          <a:srcRect l="23308" t="0" r="586" b="48525"/>
          <a:stretch/>
        </p:blipFill>
        <p:spPr>
          <a:xfrm rot="10800000">
            <a:off x="5771160" y="0"/>
            <a:ext cx="6420960" cy="247176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3" name="Группа 27"/>
          <p:cNvGrpSpPr/>
          <p:nvPr/>
        </p:nvGrpSpPr>
        <p:grpSpPr>
          <a:xfrm>
            <a:off x="226800" y="256320"/>
            <a:ext cx="563040" cy="130320"/>
            <a:chOff x="226800" y="256320"/>
            <a:chExt cx="563040" cy="130320"/>
          </a:xfrm>
        </p:grpSpPr>
        <p:sp>
          <p:nvSpPr>
            <p:cNvPr id="14" name="Овал 28"/>
            <p:cNvSpPr/>
            <p:nvPr/>
          </p:nvSpPr>
          <p:spPr>
            <a:xfrm rot="5400000">
              <a:off x="659520" y="256320"/>
              <a:ext cx="130320" cy="130320"/>
            </a:xfrm>
            <a:prstGeom prst="ellipse">
              <a:avLst/>
            </a:prstGeom>
            <a:noFill/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15" name="Овал 29"/>
            <p:cNvSpPr/>
            <p:nvPr/>
          </p:nvSpPr>
          <p:spPr>
            <a:xfrm rot="5400000">
              <a:off x="433800" y="256320"/>
              <a:ext cx="130320" cy="130320"/>
            </a:xfrm>
            <a:prstGeom prst="ellipse">
              <a:avLst/>
            </a:prstGeom>
            <a:noFill/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16" name="Овал 30"/>
            <p:cNvSpPr/>
            <p:nvPr/>
          </p:nvSpPr>
          <p:spPr>
            <a:xfrm rot="5400000">
              <a:off x="226800" y="256320"/>
              <a:ext cx="130320" cy="130320"/>
            </a:xfrm>
            <a:prstGeom prst="ellipse">
              <a:avLst/>
            </a:prstGeom>
            <a:noFill/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</p:grpSp>
      <p:grpSp>
        <p:nvGrpSpPr>
          <p:cNvPr id="17" name="Группа 31"/>
          <p:cNvGrpSpPr/>
          <p:nvPr/>
        </p:nvGrpSpPr>
        <p:grpSpPr>
          <a:xfrm>
            <a:off x="1014480" y="256320"/>
            <a:ext cx="562680" cy="130320"/>
            <a:chOff x="1014480" y="256320"/>
            <a:chExt cx="562680" cy="130320"/>
          </a:xfrm>
        </p:grpSpPr>
        <p:sp>
          <p:nvSpPr>
            <p:cNvPr id="18" name="Овал 32"/>
            <p:cNvSpPr/>
            <p:nvPr/>
          </p:nvSpPr>
          <p:spPr>
            <a:xfrm rot="5400000">
              <a:off x="1446840" y="256320"/>
              <a:ext cx="130320" cy="130320"/>
            </a:xfrm>
            <a:prstGeom prst="ellipse">
              <a:avLst/>
            </a:prstGeom>
            <a:noFill/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19" name="Овал 33"/>
            <p:cNvSpPr/>
            <p:nvPr/>
          </p:nvSpPr>
          <p:spPr>
            <a:xfrm rot="5400000">
              <a:off x="1221480" y="256320"/>
              <a:ext cx="130320" cy="130320"/>
            </a:xfrm>
            <a:prstGeom prst="ellipse">
              <a:avLst/>
            </a:prstGeom>
            <a:noFill/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20" name="Овал 34"/>
            <p:cNvSpPr/>
            <p:nvPr/>
          </p:nvSpPr>
          <p:spPr>
            <a:xfrm rot="5400000">
              <a:off x="1014480" y="256320"/>
              <a:ext cx="130320" cy="130320"/>
            </a:xfrm>
            <a:prstGeom prst="ellipse">
              <a:avLst/>
            </a:prstGeom>
            <a:noFill/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</p:grpSp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chemeClr val="dk1"/>
                </a:solidFill>
                <a:uFillTx/>
                <a:latin typeface="SamsungOne 450C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chemeClr val="dk1"/>
              </a:solidFill>
              <a:uFillTx/>
              <a:latin typeface="SamsungOne 450C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chemeClr val="dk1"/>
                </a:solidFill>
                <a:uFillTx/>
                <a:latin typeface="SamsungOne 450C"/>
              </a:rPr>
              <a:t>Для правки структуры щёлкните мышью</a:t>
            </a:r>
            <a:endParaRPr b="0" lang="ru-RU" sz="2800" strike="noStrike" u="none">
              <a:solidFill>
                <a:schemeClr val="dk1"/>
              </a:solidFill>
              <a:uFillTx/>
              <a:latin typeface="SamsungOne 450C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SamsungOne 450C"/>
              </a:rPr>
              <a:t>Второй уровень структуры</a:t>
            </a:r>
            <a:endParaRPr b="0" lang="ru-RU" sz="2000" strike="noStrike" u="none">
              <a:solidFill>
                <a:schemeClr val="dk1"/>
              </a:solidFill>
              <a:uFillTx/>
              <a:latin typeface="SamsungOne 450C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chemeClr val="dk1"/>
                </a:solidFill>
                <a:uFillTx/>
                <a:latin typeface="SamsungOne 450C"/>
              </a:rPr>
              <a:t>Третий уровень структуры</a:t>
            </a:r>
            <a:endParaRPr b="0" lang="ru-RU" sz="1800" strike="noStrike" u="none">
              <a:solidFill>
                <a:schemeClr val="dk1"/>
              </a:solidFill>
              <a:uFillTx/>
              <a:latin typeface="SamsungOne 450C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chemeClr val="dk1"/>
                </a:solidFill>
                <a:uFillTx/>
                <a:latin typeface="SamsungOne 450C"/>
              </a:rPr>
              <a:t>Четвёртый уровень структуры</a:t>
            </a:r>
            <a:endParaRPr b="0" lang="ru-RU" sz="1800" strike="noStrike" u="none">
              <a:solidFill>
                <a:schemeClr val="dk1"/>
              </a:solidFill>
              <a:uFillTx/>
              <a:latin typeface="SamsungOne 450C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SamsungOne 450C"/>
              </a:rPr>
              <a:t>Пятый уровень структуры</a:t>
            </a:r>
            <a:endParaRPr b="0" lang="ru-RU" sz="2000" strike="noStrike" u="none">
              <a:solidFill>
                <a:schemeClr val="dk1"/>
              </a:solidFill>
              <a:uFillTx/>
              <a:latin typeface="SamsungOne 450C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SamsungOne 450C"/>
              </a:rPr>
              <a:t>Шестой уровень структуры</a:t>
            </a:r>
            <a:endParaRPr b="0" lang="ru-RU" sz="2000" strike="noStrike" u="none">
              <a:solidFill>
                <a:schemeClr val="dk1"/>
              </a:solidFill>
              <a:uFillTx/>
              <a:latin typeface="SamsungOne 450C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SamsungOne 450C"/>
              </a:rPr>
              <a:t>Седьмой уровень структуры</a:t>
            </a:r>
            <a:endParaRPr b="0" lang="ru-RU" sz="2000" strike="noStrike" u="none">
              <a:solidFill>
                <a:schemeClr val="dk1"/>
              </a:solidFill>
              <a:uFillTx/>
              <a:latin typeface="SamsungOne 450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5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523880" y="3129840"/>
            <a:ext cx="9143640" cy="1360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80000"/>
              </a:lnSpc>
              <a:buNone/>
            </a:pPr>
            <a:r>
              <a:rPr b="0" lang="ru-RU" sz="6000" strike="noStrike" u="none">
                <a:solidFill>
                  <a:schemeClr val="dk1"/>
                </a:solidFill>
                <a:uFillTx/>
                <a:latin typeface="SamsungOne 800C"/>
                <a:ea typeface="Arial"/>
              </a:rPr>
              <a:t>Образец заголовка</a:t>
            </a:r>
            <a:endParaRPr b="0" lang="ru-RU" sz="6000" strike="noStrike" u="none">
              <a:solidFill>
                <a:schemeClr val="dk1"/>
              </a:solidFill>
              <a:uFillTx/>
              <a:latin typeface="SamsungOne 450C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SamsungOne 450C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SamsungOne 450C"/>
                <a:ea typeface="Arial"/>
              </a:rPr>
              <a:t> </a:t>
            </a:r>
            <a:endParaRPr b="0" lang="ru-RU" sz="12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SamsungOne 450C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BA209D0-F171-453F-ADD6-7F2628955AC3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SamsungOne 450C"/>
                <a:ea typeface="Arial"/>
              </a:rPr>
              <a:t>1</a:t>
            </a:fld>
            <a:endParaRPr b="0" lang="ru-RU" sz="12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pic>
        <p:nvPicPr>
          <p:cNvPr id="27" name="Рисунок 6" descr=""/>
          <p:cNvPicPr/>
          <p:nvPr/>
        </p:nvPicPr>
        <p:blipFill>
          <a:blip r:embed="rId3"/>
          <a:stretch/>
        </p:blipFill>
        <p:spPr>
          <a:xfrm>
            <a:off x="3497400" y="1300680"/>
            <a:ext cx="4748400" cy="16682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8" name="Группа 11"/>
          <p:cNvGrpSpPr/>
          <p:nvPr/>
        </p:nvGrpSpPr>
        <p:grpSpPr>
          <a:xfrm>
            <a:off x="0" y="9360"/>
            <a:ext cx="1608480" cy="6839280"/>
            <a:chOff x="0" y="9360"/>
            <a:chExt cx="1608480" cy="6839280"/>
          </a:xfrm>
        </p:grpSpPr>
        <p:pic>
          <p:nvPicPr>
            <p:cNvPr id="29" name="Рисунок 7" descr=""/>
            <p:cNvPicPr/>
            <p:nvPr/>
          </p:nvPicPr>
          <p:blipFill>
            <a:blip r:embed="rId4"/>
            <a:srcRect l="50001" t="13963" r="0" b="54736"/>
            <a:stretch/>
          </p:blipFill>
          <p:spPr>
            <a:xfrm rot="5400000">
              <a:off x="-1029960" y="1039320"/>
              <a:ext cx="3200760" cy="11401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0" name="Рисунок 8" descr=""/>
            <p:cNvPicPr/>
            <p:nvPr/>
          </p:nvPicPr>
          <p:blipFill>
            <a:blip r:embed="rId5"/>
            <a:srcRect l="50000" t="55843" r="0" b="0"/>
            <a:stretch/>
          </p:blipFill>
          <p:spPr>
            <a:xfrm rot="16200000">
              <a:off x="-795960" y="4443840"/>
              <a:ext cx="3200760" cy="160848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31" name="Группа 12"/>
          <p:cNvGrpSpPr/>
          <p:nvPr/>
        </p:nvGrpSpPr>
        <p:grpSpPr>
          <a:xfrm>
            <a:off x="10549800" y="0"/>
            <a:ext cx="1608480" cy="6839280"/>
            <a:chOff x="10549800" y="0"/>
            <a:chExt cx="1608480" cy="6839280"/>
          </a:xfrm>
        </p:grpSpPr>
        <p:pic>
          <p:nvPicPr>
            <p:cNvPr id="32" name="Рисунок 13" descr=""/>
            <p:cNvPicPr/>
            <p:nvPr/>
          </p:nvPicPr>
          <p:blipFill>
            <a:blip r:embed="rId6"/>
            <a:srcRect l="50001" t="13963" r="0" b="54736"/>
            <a:stretch/>
          </p:blipFill>
          <p:spPr>
            <a:xfrm rot="16200000">
              <a:off x="9987480" y="4668840"/>
              <a:ext cx="3200760" cy="11401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3" name="Рисунок 14" descr=""/>
            <p:cNvPicPr/>
            <p:nvPr/>
          </p:nvPicPr>
          <p:blipFill>
            <a:blip r:embed="rId7"/>
            <a:srcRect l="50000" t="55843" r="0" b="0"/>
            <a:stretch/>
          </p:blipFill>
          <p:spPr>
            <a:xfrm rot="5400000">
              <a:off x="9753480" y="795960"/>
              <a:ext cx="3200760" cy="16084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chemeClr val="dk1"/>
                </a:solidFill>
                <a:uFillTx/>
                <a:latin typeface="SamsungOne 450C"/>
              </a:rPr>
              <a:t>Для правки структуры щёлкните мышью</a:t>
            </a:r>
            <a:endParaRPr b="0" lang="ru-RU" sz="2800" strike="noStrike" u="none">
              <a:solidFill>
                <a:schemeClr val="dk1"/>
              </a:solidFill>
              <a:uFillTx/>
              <a:latin typeface="SamsungOne 450C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SamsungOne 450C"/>
              </a:rPr>
              <a:t>Второй уровень структуры</a:t>
            </a:r>
            <a:endParaRPr b="0" lang="ru-RU" sz="2000" strike="noStrike" u="none">
              <a:solidFill>
                <a:schemeClr val="dk1"/>
              </a:solidFill>
              <a:uFillTx/>
              <a:latin typeface="SamsungOne 450C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chemeClr val="dk1"/>
                </a:solidFill>
                <a:uFillTx/>
                <a:latin typeface="SamsungOne 450C"/>
              </a:rPr>
              <a:t>Третий уровень структуры</a:t>
            </a:r>
            <a:endParaRPr b="0" lang="ru-RU" sz="1800" strike="noStrike" u="none">
              <a:solidFill>
                <a:schemeClr val="dk1"/>
              </a:solidFill>
              <a:uFillTx/>
              <a:latin typeface="SamsungOne 450C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chemeClr val="dk1"/>
                </a:solidFill>
                <a:uFillTx/>
                <a:latin typeface="SamsungOne 450C"/>
              </a:rPr>
              <a:t>Четвёртый уровень структуры</a:t>
            </a:r>
            <a:endParaRPr b="0" lang="ru-RU" sz="1800" strike="noStrike" u="none">
              <a:solidFill>
                <a:schemeClr val="dk1"/>
              </a:solidFill>
              <a:uFillTx/>
              <a:latin typeface="SamsungOne 450C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SamsungOne 450C"/>
              </a:rPr>
              <a:t>Пятый уровень структуры</a:t>
            </a:r>
            <a:endParaRPr b="0" lang="ru-RU" sz="2000" strike="noStrike" u="none">
              <a:solidFill>
                <a:schemeClr val="dk1"/>
              </a:solidFill>
              <a:uFillTx/>
              <a:latin typeface="SamsungOne 450C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SamsungOne 450C"/>
              </a:rPr>
              <a:t>Шестой уровень структуры</a:t>
            </a:r>
            <a:endParaRPr b="0" lang="ru-RU" sz="2000" strike="noStrike" u="none">
              <a:solidFill>
                <a:schemeClr val="dk1"/>
              </a:solidFill>
              <a:uFillTx/>
              <a:latin typeface="SamsungOne 450C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SamsungOne 450C"/>
              </a:rPr>
              <a:t>Седьмой уровень структуры</a:t>
            </a:r>
            <a:endParaRPr b="0" lang="ru-RU" sz="2000" strike="noStrike" u="none">
              <a:solidFill>
                <a:schemeClr val="dk1"/>
              </a:solidFill>
              <a:uFillTx/>
              <a:latin typeface="SamsungOne 450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8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SamsungOne 450C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SamsungOne 450C"/>
                <a:ea typeface="Arial"/>
              </a:rPr>
              <a:t> </a:t>
            </a:r>
            <a:endParaRPr b="0" lang="ru-RU" sz="12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SamsungOne 450C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6AE7A3F-A38A-4289-A3FF-14DC1E4FB308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SamsungOne 450C"/>
                <a:ea typeface="Arial"/>
              </a:rPr>
              <a:t>1</a:t>
            </a:fld>
            <a:endParaRPr b="0" lang="ru-RU" sz="12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title"/>
          </p:nvPr>
        </p:nvSpPr>
        <p:spPr>
          <a:xfrm>
            <a:off x="838080" y="365040"/>
            <a:ext cx="9257400" cy="69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ru-RU" sz="3200" strike="noStrike" u="none">
                <a:solidFill>
                  <a:schemeClr val="dk1"/>
                </a:solidFill>
                <a:uFillTx/>
                <a:latin typeface="SamsungOne 800C"/>
                <a:ea typeface="Arial"/>
              </a:rPr>
              <a:t>Образец заголовка</a:t>
            </a:r>
            <a:endParaRPr b="0" lang="ru-RU" sz="3200" strike="noStrike" u="none">
              <a:solidFill>
                <a:schemeClr val="dk1"/>
              </a:solidFill>
              <a:uFillTx/>
              <a:latin typeface="SamsungOne 450C"/>
            </a:endParaRPr>
          </a:p>
        </p:txBody>
      </p:sp>
      <p:pic>
        <p:nvPicPr>
          <p:cNvPr id="41" name="Рисунок 7" descr=""/>
          <p:cNvPicPr/>
          <p:nvPr/>
        </p:nvPicPr>
        <p:blipFill>
          <a:blip r:embed="rId3"/>
          <a:stretch/>
        </p:blipFill>
        <p:spPr>
          <a:xfrm>
            <a:off x="9841680" y="284760"/>
            <a:ext cx="2255760" cy="792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" name="Рисунок 8" descr=""/>
          <p:cNvPicPr/>
          <p:nvPr/>
        </p:nvPicPr>
        <p:blipFill>
          <a:blip r:embed="rId4"/>
          <a:srcRect l="50001" t="13963" r="0" b="54736"/>
          <a:stretch/>
        </p:blipFill>
        <p:spPr>
          <a:xfrm rot="5400000">
            <a:off x="-1029960" y="1039320"/>
            <a:ext cx="3200760" cy="114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" name="Рисунок 9" descr=""/>
          <p:cNvPicPr/>
          <p:nvPr/>
        </p:nvPicPr>
        <p:blipFill>
          <a:blip r:embed="rId5"/>
          <a:srcRect l="50000" t="55843" r="0" b="0"/>
          <a:stretch/>
        </p:blipFill>
        <p:spPr>
          <a:xfrm rot="16200000">
            <a:off x="-795960" y="4443840"/>
            <a:ext cx="3200760" cy="1608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" name="Рисунок 11" descr=""/>
          <p:cNvPicPr/>
          <p:nvPr/>
        </p:nvPicPr>
        <p:blipFill>
          <a:blip r:embed="rId6"/>
          <a:srcRect l="50001" t="13963" r="0" b="54736"/>
          <a:stretch/>
        </p:blipFill>
        <p:spPr>
          <a:xfrm rot="16200000">
            <a:off x="9987480" y="4668840"/>
            <a:ext cx="3200760" cy="114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chemeClr val="dk1"/>
                </a:solidFill>
                <a:uFillTx/>
                <a:latin typeface="SamsungOne 450C"/>
              </a:rPr>
              <a:t>Для правки структуры щёлкните мышью</a:t>
            </a:r>
            <a:endParaRPr b="0" lang="ru-RU" sz="2800" strike="noStrike" u="none">
              <a:solidFill>
                <a:schemeClr val="dk1"/>
              </a:solidFill>
              <a:uFillTx/>
              <a:latin typeface="SamsungOne 450C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SamsungOne 450C"/>
              </a:rPr>
              <a:t>Второй уровень структуры</a:t>
            </a:r>
            <a:endParaRPr b="0" lang="ru-RU" sz="2000" strike="noStrike" u="none">
              <a:solidFill>
                <a:schemeClr val="dk1"/>
              </a:solidFill>
              <a:uFillTx/>
              <a:latin typeface="SamsungOne 450C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chemeClr val="dk1"/>
                </a:solidFill>
                <a:uFillTx/>
                <a:latin typeface="SamsungOne 450C"/>
              </a:rPr>
              <a:t>Третий уровень структуры</a:t>
            </a:r>
            <a:endParaRPr b="0" lang="ru-RU" sz="1800" strike="noStrike" u="none">
              <a:solidFill>
                <a:schemeClr val="dk1"/>
              </a:solidFill>
              <a:uFillTx/>
              <a:latin typeface="SamsungOne 450C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chemeClr val="dk1"/>
                </a:solidFill>
                <a:uFillTx/>
                <a:latin typeface="SamsungOne 450C"/>
              </a:rPr>
              <a:t>Четвёртый уровень структуры</a:t>
            </a:r>
            <a:endParaRPr b="0" lang="ru-RU" sz="1800" strike="noStrike" u="none">
              <a:solidFill>
                <a:schemeClr val="dk1"/>
              </a:solidFill>
              <a:uFillTx/>
              <a:latin typeface="SamsungOne 450C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SamsungOne 450C"/>
              </a:rPr>
              <a:t>Пятый уровень структуры</a:t>
            </a:r>
            <a:endParaRPr b="0" lang="ru-RU" sz="2000" strike="noStrike" u="none">
              <a:solidFill>
                <a:schemeClr val="dk1"/>
              </a:solidFill>
              <a:uFillTx/>
              <a:latin typeface="SamsungOne 450C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SamsungOne 450C"/>
              </a:rPr>
              <a:t>Шестой уровень структуры</a:t>
            </a:r>
            <a:endParaRPr b="0" lang="ru-RU" sz="2000" strike="noStrike" u="none">
              <a:solidFill>
                <a:schemeClr val="dk1"/>
              </a:solidFill>
              <a:uFillTx/>
              <a:latin typeface="SamsungOne 450C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uFillTx/>
                <a:latin typeface="SamsungOne 450C"/>
              </a:rPr>
              <a:t>Седьмой уровень структуры</a:t>
            </a:r>
            <a:endParaRPr b="0" lang="ru-RU" sz="2000" strike="noStrike" u="none">
              <a:solidFill>
                <a:schemeClr val="dk1"/>
              </a:solidFill>
              <a:uFillTx/>
              <a:latin typeface="SamsungOne 450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Рисунок 7" descr=""/>
          <p:cNvPicPr/>
          <p:nvPr/>
        </p:nvPicPr>
        <p:blipFill>
          <a:blip r:embed="rId3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4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Рисунок 16" descr=""/>
          <p:cNvPicPr/>
          <p:nvPr/>
        </p:nvPicPr>
        <p:blipFill>
          <a:blip r:embed="rId2"/>
          <a:stretch/>
        </p:blipFill>
        <p:spPr>
          <a:xfrm>
            <a:off x="2513880" y="2213280"/>
            <a:ext cx="6918840" cy="2430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" name="Рисунок 6" descr=""/>
          <p:cNvPicPr/>
          <p:nvPr/>
        </p:nvPicPr>
        <p:blipFill>
          <a:blip r:embed="rId3"/>
          <a:srcRect l="23326" t="0" r="0" b="48520"/>
          <a:stretch/>
        </p:blipFill>
        <p:spPr>
          <a:xfrm>
            <a:off x="0" y="4380840"/>
            <a:ext cx="6482880" cy="2476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" name="Рисунок 8" descr=""/>
          <p:cNvPicPr/>
          <p:nvPr/>
        </p:nvPicPr>
        <p:blipFill>
          <a:blip r:embed="rId4"/>
          <a:srcRect l="23326" t="0" r="0" b="48520"/>
          <a:stretch/>
        </p:blipFill>
        <p:spPr>
          <a:xfrm rot="10800000">
            <a:off x="5709240" y="0"/>
            <a:ext cx="6482880" cy="24768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50" name="Группа 9"/>
          <p:cNvGrpSpPr/>
          <p:nvPr/>
        </p:nvGrpSpPr>
        <p:grpSpPr>
          <a:xfrm>
            <a:off x="226800" y="256320"/>
            <a:ext cx="563040" cy="130320"/>
            <a:chOff x="226800" y="256320"/>
            <a:chExt cx="563040" cy="130320"/>
          </a:xfrm>
        </p:grpSpPr>
        <p:sp>
          <p:nvSpPr>
            <p:cNvPr id="51" name="Овал 10"/>
            <p:cNvSpPr/>
            <p:nvPr/>
          </p:nvSpPr>
          <p:spPr>
            <a:xfrm rot="5400000">
              <a:off x="659520" y="256320"/>
              <a:ext cx="130320" cy="130320"/>
            </a:xfrm>
            <a:prstGeom prst="ellipse">
              <a:avLst/>
            </a:prstGeom>
            <a:noFill/>
            <a:ln>
              <a:solidFill>
                <a:srgbClr val="44546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52" name="Овал 11"/>
            <p:cNvSpPr/>
            <p:nvPr/>
          </p:nvSpPr>
          <p:spPr>
            <a:xfrm rot="5400000">
              <a:off x="433800" y="256320"/>
              <a:ext cx="130320" cy="130320"/>
            </a:xfrm>
            <a:prstGeom prst="ellipse">
              <a:avLst/>
            </a:prstGeom>
            <a:noFill/>
            <a:ln>
              <a:solidFill>
                <a:srgbClr val="44546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53" name="Овал 13"/>
            <p:cNvSpPr/>
            <p:nvPr/>
          </p:nvSpPr>
          <p:spPr>
            <a:xfrm rot="5400000">
              <a:off x="226800" y="256320"/>
              <a:ext cx="130320" cy="130320"/>
            </a:xfrm>
            <a:prstGeom prst="ellipse">
              <a:avLst/>
            </a:prstGeom>
            <a:noFill/>
            <a:ln>
              <a:solidFill>
                <a:srgbClr val="44546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</p:grpSp>
      <p:grpSp>
        <p:nvGrpSpPr>
          <p:cNvPr id="54" name="Группа 14"/>
          <p:cNvGrpSpPr/>
          <p:nvPr/>
        </p:nvGrpSpPr>
        <p:grpSpPr>
          <a:xfrm>
            <a:off x="1014480" y="256320"/>
            <a:ext cx="562680" cy="130320"/>
            <a:chOff x="1014480" y="256320"/>
            <a:chExt cx="562680" cy="130320"/>
          </a:xfrm>
        </p:grpSpPr>
        <p:sp>
          <p:nvSpPr>
            <p:cNvPr id="55" name="Овал 15"/>
            <p:cNvSpPr/>
            <p:nvPr/>
          </p:nvSpPr>
          <p:spPr>
            <a:xfrm rot="5400000">
              <a:off x="1446840" y="256320"/>
              <a:ext cx="130320" cy="130320"/>
            </a:xfrm>
            <a:prstGeom prst="ellipse">
              <a:avLst/>
            </a:prstGeom>
            <a:noFill/>
            <a:ln>
              <a:solidFill>
                <a:srgbClr val="44546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56" name="Овал 18"/>
            <p:cNvSpPr/>
            <p:nvPr/>
          </p:nvSpPr>
          <p:spPr>
            <a:xfrm rot="5400000">
              <a:off x="1221480" y="256320"/>
              <a:ext cx="130320" cy="130320"/>
            </a:xfrm>
            <a:prstGeom prst="ellipse">
              <a:avLst/>
            </a:prstGeom>
            <a:noFill/>
            <a:ln>
              <a:solidFill>
                <a:srgbClr val="44546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57" name="Овал 19"/>
            <p:cNvSpPr/>
            <p:nvPr/>
          </p:nvSpPr>
          <p:spPr>
            <a:xfrm rot="5400000">
              <a:off x="1014480" y="256320"/>
              <a:ext cx="130320" cy="130320"/>
            </a:xfrm>
            <a:prstGeom prst="ellipse">
              <a:avLst/>
            </a:prstGeom>
            <a:noFill/>
            <a:ln>
              <a:solidFill>
                <a:srgbClr val="44546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5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Рисунок 6" descr=""/>
          <p:cNvPicPr/>
          <p:nvPr/>
        </p:nvPicPr>
        <p:blipFill>
          <a:blip r:embed="rId2"/>
          <a:srcRect l="23326" t="0" r="0" b="48520"/>
          <a:stretch/>
        </p:blipFill>
        <p:spPr>
          <a:xfrm>
            <a:off x="0" y="4380840"/>
            <a:ext cx="6482880" cy="2476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" name="Рисунок 8" descr=""/>
          <p:cNvPicPr/>
          <p:nvPr/>
        </p:nvPicPr>
        <p:blipFill>
          <a:blip r:embed="rId3"/>
          <a:srcRect l="23326" t="0" r="0" b="48520"/>
          <a:stretch/>
        </p:blipFill>
        <p:spPr>
          <a:xfrm rot="10800000">
            <a:off x="5709240" y="0"/>
            <a:ext cx="6482880" cy="24768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60" name="Группа 9"/>
          <p:cNvGrpSpPr/>
          <p:nvPr/>
        </p:nvGrpSpPr>
        <p:grpSpPr>
          <a:xfrm>
            <a:off x="226800" y="256320"/>
            <a:ext cx="563040" cy="130320"/>
            <a:chOff x="226800" y="256320"/>
            <a:chExt cx="563040" cy="130320"/>
          </a:xfrm>
        </p:grpSpPr>
        <p:sp>
          <p:nvSpPr>
            <p:cNvPr id="61" name="Овал 10"/>
            <p:cNvSpPr/>
            <p:nvPr/>
          </p:nvSpPr>
          <p:spPr>
            <a:xfrm rot="5400000">
              <a:off x="659520" y="256320"/>
              <a:ext cx="130320" cy="130320"/>
            </a:xfrm>
            <a:prstGeom prst="ellipse">
              <a:avLst/>
            </a:prstGeom>
            <a:noFill/>
            <a:ln>
              <a:solidFill>
                <a:srgbClr val="44546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62" name="Овал 11"/>
            <p:cNvSpPr/>
            <p:nvPr/>
          </p:nvSpPr>
          <p:spPr>
            <a:xfrm rot="5400000">
              <a:off x="433800" y="256320"/>
              <a:ext cx="130320" cy="130320"/>
            </a:xfrm>
            <a:prstGeom prst="ellipse">
              <a:avLst/>
            </a:prstGeom>
            <a:noFill/>
            <a:ln>
              <a:solidFill>
                <a:srgbClr val="44546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63" name="Овал 13"/>
            <p:cNvSpPr/>
            <p:nvPr/>
          </p:nvSpPr>
          <p:spPr>
            <a:xfrm rot="5400000">
              <a:off x="226800" y="256320"/>
              <a:ext cx="130320" cy="130320"/>
            </a:xfrm>
            <a:prstGeom prst="ellipse">
              <a:avLst/>
            </a:prstGeom>
            <a:noFill/>
            <a:ln>
              <a:solidFill>
                <a:srgbClr val="44546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</p:grpSp>
      <p:grpSp>
        <p:nvGrpSpPr>
          <p:cNvPr id="64" name="Группа 14"/>
          <p:cNvGrpSpPr/>
          <p:nvPr/>
        </p:nvGrpSpPr>
        <p:grpSpPr>
          <a:xfrm>
            <a:off x="1014480" y="256320"/>
            <a:ext cx="562680" cy="130320"/>
            <a:chOff x="1014480" y="256320"/>
            <a:chExt cx="562680" cy="130320"/>
          </a:xfrm>
        </p:grpSpPr>
        <p:sp>
          <p:nvSpPr>
            <p:cNvPr id="65" name="Овал 15"/>
            <p:cNvSpPr/>
            <p:nvPr/>
          </p:nvSpPr>
          <p:spPr>
            <a:xfrm rot="5400000">
              <a:off x="1446840" y="256320"/>
              <a:ext cx="130320" cy="130320"/>
            </a:xfrm>
            <a:prstGeom prst="ellipse">
              <a:avLst/>
            </a:prstGeom>
            <a:noFill/>
            <a:ln>
              <a:solidFill>
                <a:srgbClr val="44546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66" name="Овал 18"/>
            <p:cNvSpPr/>
            <p:nvPr/>
          </p:nvSpPr>
          <p:spPr>
            <a:xfrm rot="5400000">
              <a:off x="1221480" y="256320"/>
              <a:ext cx="130320" cy="130320"/>
            </a:xfrm>
            <a:prstGeom prst="ellipse">
              <a:avLst/>
            </a:prstGeom>
            <a:noFill/>
            <a:ln>
              <a:solidFill>
                <a:srgbClr val="44546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67" name="Овал 19"/>
            <p:cNvSpPr/>
            <p:nvPr/>
          </p:nvSpPr>
          <p:spPr>
            <a:xfrm rot="5400000">
              <a:off x="1014480" y="256320"/>
              <a:ext cx="130320" cy="130320"/>
            </a:xfrm>
            <a:prstGeom prst="ellipse">
              <a:avLst/>
            </a:prstGeom>
            <a:noFill/>
            <a:ln>
              <a:solidFill>
                <a:srgbClr val="44546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4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523880" y="3129840"/>
            <a:ext cx="9143640" cy="1360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80000"/>
              </a:lnSpc>
              <a:buNone/>
            </a:pPr>
            <a:r>
              <a:rPr b="0" lang="ru-RU" sz="6000" strike="noStrike" u="none">
                <a:solidFill>
                  <a:schemeClr val="dk2"/>
                </a:solidFill>
                <a:uFillTx/>
                <a:latin typeface="SamsungOne 800C"/>
                <a:ea typeface="Arial"/>
              </a:rPr>
              <a:t>Образец заголовка</a:t>
            </a:r>
            <a:endParaRPr b="0" lang="ru-RU" sz="6000" strike="noStrike" u="none">
              <a:solidFill>
                <a:schemeClr val="dk1"/>
              </a:solidFill>
              <a:uFillTx/>
              <a:latin typeface="SamsungOne 450C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2"/>
                </a:solidFill>
                <a:uFillTx/>
                <a:latin typeface="SamsungOne 450C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1200" strike="noStrike" u="none">
                <a:solidFill>
                  <a:schemeClr val="dk2"/>
                </a:solidFill>
                <a:uFillTx/>
                <a:latin typeface="SamsungOne 450C"/>
                <a:ea typeface="Arial"/>
              </a:rPr>
              <a:t> </a:t>
            </a:r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2"/>
                </a:solidFill>
                <a:uFillTx/>
                <a:latin typeface="SamsungOne 450C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9A8C8F8-9035-4927-8C1D-C2311DCBD4B6}" type="slidenum">
              <a:rPr b="0" lang="ru-RU" sz="1200" strike="noStrike" u="none">
                <a:solidFill>
                  <a:schemeClr val="dk2"/>
                </a:solidFill>
                <a:uFillTx/>
                <a:latin typeface="SamsungOne 450C"/>
                <a:ea typeface="Arial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pic>
        <p:nvPicPr>
          <p:cNvPr id="72" name="Рисунок 6" descr=""/>
          <p:cNvPicPr/>
          <p:nvPr/>
        </p:nvPicPr>
        <p:blipFill>
          <a:blip r:embed="rId2"/>
          <a:stretch/>
        </p:blipFill>
        <p:spPr>
          <a:xfrm>
            <a:off x="3497400" y="1300680"/>
            <a:ext cx="4748400" cy="16682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73" name="Группа 9"/>
          <p:cNvGrpSpPr/>
          <p:nvPr/>
        </p:nvGrpSpPr>
        <p:grpSpPr>
          <a:xfrm>
            <a:off x="0" y="0"/>
            <a:ext cx="1670400" cy="6858000"/>
            <a:chOff x="0" y="0"/>
            <a:chExt cx="1670400" cy="6858000"/>
          </a:xfrm>
        </p:grpSpPr>
        <p:pic>
          <p:nvPicPr>
            <p:cNvPr id="74" name="Рисунок 16" descr=""/>
            <p:cNvPicPr/>
            <p:nvPr/>
          </p:nvPicPr>
          <p:blipFill>
            <a:blip r:embed="rId3"/>
            <a:srcRect l="50090" t="0" r="0" b="54940"/>
            <a:stretch/>
          </p:blipFill>
          <p:spPr>
            <a:xfrm rot="5400000">
              <a:off x="-786600" y="786600"/>
              <a:ext cx="3237480" cy="16635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75" name="Рисунок 18" descr=""/>
            <p:cNvPicPr/>
            <p:nvPr/>
          </p:nvPicPr>
          <p:blipFill>
            <a:blip r:embed="rId4"/>
            <a:srcRect l="50090" t="55969" r="0" b="-1213"/>
            <a:stretch/>
          </p:blipFill>
          <p:spPr>
            <a:xfrm rot="16200000">
              <a:off x="-783360" y="4403880"/>
              <a:ext cx="3237480" cy="167040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76" name="Группа 19"/>
          <p:cNvGrpSpPr/>
          <p:nvPr/>
        </p:nvGrpSpPr>
        <p:grpSpPr>
          <a:xfrm>
            <a:off x="10518840" y="0"/>
            <a:ext cx="1670400" cy="6858000"/>
            <a:chOff x="10518840" y="0"/>
            <a:chExt cx="1670400" cy="6858000"/>
          </a:xfrm>
        </p:grpSpPr>
        <p:pic>
          <p:nvPicPr>
            <p:cNvPr id="77" name="Рисунок 20" descr=""/>
            <p:cNvPicPr/>
            <p:nvPr/>
          </p:nvPicPr>
          <p:blipFill>
            <a:blip r:embed="rId5"/>
            <a:srcRect l="50090" t="0" r="0" b="54940"/>
            <a:stretch/>
          </p:blipFill>
          <p:spPr>
            <a:xfrm rot="16200000">
              <a:off x="9738360" y="4407480"/>
              <a:ext cx="3237480" cy="16635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78" name="Рисунок 21" descr=""/>
            <p:cNvPicPr/>
            <p:nvPr/>
          </p:nvPicPr>
          <p:blipFill>
            <a:blip r:embed="rId6"/>
            <a:srcRect l="50090" t="55969" r="0" b="-1213"/>
            <a:stretch/>
          </p:blipFill>
          <p:spPr>
            <a:xfrm rot="5400000">
              <a:off x="9735120" y="783360"/>
              <a:ext cx="3237480" cy="167040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7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2"/>
                </a:solidFill>
                <a:uFillTx/>
                <a:latin typeface="SamsungOne 450C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1200" strike="noStrike" u="none">
                <a:solidFill>
                  <a:schemeClr val="dk2"/>
                </a:solidFill>
                <a:uFillTx/>
                <a:latin typeface="SamsungOne 450C"/>
                <a:ea typeface="Arial"/>
              </a:rPr>
              <a:t> </a:t>
            </a:r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2"/>
                </a:solidFill>
                <a:uFillTx/>
                <a:latin typeface="SamsungOne 450C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6DEF05E-7A88-4045-A82B-5641CDC1F6AE}" type="slidenum">
              <a:rPr b="0" lang="ru-RU" sz="1200" strike="noStrike" u="none">
                <a:solidFill>
                  <a:schemeClr val="dk2"/>
                </a:solidFill>
                <a:uFillTx/>
                <a:latin typeface="SamsungOne 450C"/>
                <a:ea typeface="Arial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4" name="PlaceHolder 4"/>
          <p:cNvSpPr>
            <a:spLocks noGrp="1"/>
          </p:cNvSpPr>
          <p:nvPr>
            <p:ph type="title"/>
          </p:nvPr>
        </p:nvSpPr>
        <p:spPr>
          <a:xfrm>
            <a:off x="838080" y="365040"/>
            <a:ext cx="9257400" cy="69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ru-RU" sz="3200" strike="noStrike" u="none">
                <a:solidFill>
                  <a:schemeClr val="dk2"/>
                </a:solidFill>
                <a:uFillTx/>
                <a:latin typeface="SamsungOne 800C"/>
                <a:ea typeface="Arial"/>
              </a:rPr>
              <a:t>Образец заголовка</a:t>
            </a:r>
            <a:endParaRPr b="0" lang="ru-RU" sz="3200" strike="noStrike" u="none">
              <a:solidFill>
                <a:schemeClr val="dk1"/>
              </a:solidFill>
              <a:uFillTx/>
              <a:latin typeface="SamsungOne 450C"/>
            </a:endParaRPr>
          </a:p>
        </p:txBody>
      </p:sp>
      <p:pic>
        <p:nvPicPr>
          <p:cNvPr id="85" name="Рисунок 7" descr=""/>
          <p:cNvPicPr/>
          <p:nvPr/>
        </p:nvPicPr>
        <p:blipFill>
          <a:blip r:embed="rId2"/>
          <a:stretch/>
        </p:blipFill>
        <p:spPr>
          <a:xfrm>
            <a:off x="9841680" y="284760"/>
            <a:ext cx="2255760" cy="79236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86" name="Группа 21"/>
          <p:cNvGrpSpPr/>
          <p:nvPr/>
        </p:nvGrpSpPr>
        <p:grpSpPr>
          <a:xfrm>
            <a:off x="0" y="0"/>
            <a:ext cx="1670400" cy="6858000"/>
            <a:chOff x="0" y="0"/>
            <a:chExt cx="1670400" cy="6858000"/>
          </a:xfrm>
        </p:grpSpPr>
        <p:pic>
          <p:nvPicPr>
            <p:cNvPr id="87" name="Рисунок 22" descr=""/>
            <p:cNvPicPr/>
            <p:nvPr/>
          </p:nvPicPr>
          <p:blipFill>
            <a:blip r:embed="rId3"/>
            <a:srcRect l="50090" t="0" r="0" b="54940"/>
            <a:stretch/>
          </p:blipFill>
          <p:spPr>
            <a:xfrm rot="5400000">
              <a:off x="-786600" y="786600"/>
              <a:ext cx="3237480" cy="16635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88" name="Рисунок 23" descr=""/>
            <p:cNvPicPr/>
            <p:nvPr/>
          </p:nvPicPr>
          <p:blipFill>
            <a:blip r:embed="rId4"/>
            <a:srcRect l="50090" t="55969" r="0" b="-1213"/>
            <a:stretch/>
          </p:blipFill>
          <p:spPr>
            <a:xfrm rot="16200000">
              <a:off x="-783360" y="4403880"/>
              <a:ext cx="3237480" cy="167040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89" name="Рисунок 25" descr=""/>
          <p:cNvPicPr/>
          <p:nvPr/>
        </p:nvPicPr>
        <p:blipFill>
          <a:blip r:embed="rId5"/>
          <a:srcRect l="50090" t="0" r="0" b="54940"/>
          <a:stretch/>
        </p:blipFill>
        <p:spPr>
          <a:xfrm rot="16200000">
            <a:off x="9738360" y="4407480"/>
            <a:ext cx="3237480" cy="166356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90" name="Группа 24"/>
          <p:cNvGrpSpPr/>
          <p:nvPr/>
        </p:nvGrpSpPr>
        <p:grpSpPr>
          <a:xfrm>
            <a:off x="11621160" y="2572920"/>
            <a:ext cx="570240" cy="1711800"/>
            <a:chOff x="11621160" y="2572920"/>
            <a:chExt cx="570240" cy="1711800"/>
          </a:xfrm>
        </p:grpSpPr>
        <p:sp>
          <p:nvSpPr>
            <p:cNvPr id="91" name="Ромб 26"/>
            <p:cNvSpPr/>
            <p:nvPr/>
          </p:nvSpPr>
          <p:spPr>
            <a:xfrm>
              <a:off x="11621160" y="2572920"/>
              <a:ext cx="570240" cy="570240"/>
            </a:xfrm>
            <a:prstGeom prst="diamond">
              <a:avLst/>
            </a:prstGeom>
            <a:gradFill rotWithShape="0">
              <a:gsLst>
                <a:gs pos="0">
                  <a:srgbClr val="0062d9"/>
                </a:gs>
                <a:gs pos="100000">
                  <a:srgbClr val="006bea"/>
                </a:gs>
              </a:gsLst>
              <a:lin ang="54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92" name="Ромб 27"/>
            <p:cNvSpPr/>
            <p:nvPr/>
          </p:nvSpPr>
          <p:spPr>
            <a:xfrm>
              <a:off x="11621160" y="3143520"/>
              <a:ext cx="570240" cy="570240"/>
            </a:xfrm>
            <a:prstGeom prst="diamond">
              <a:avLst/>
            </a:prstGeom>
            <a:gradFill rotWithShape="0">
              <a:gsLst>
                <a:gs pos="0">
                  <a:srgbClr val="0062d9"/>
                </a:gs>
                <a:gs pos="100000">
                  <a:srgbClr val="006bea"/>
                </a:gs>
              </a:gsLst>
              <a:lin ang="54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93" name="Ромб 28"/>
            <p:cNvSpPr/>
            <p:nvPr/>
          </p:nvSpPr>
          <p:spPr>
            <a:xfrm>
              <a:off x="11621160" y="3714480"/>
              <a:ext cx="570240" cy="570240"/>
            </a:xfrm>
            <a:prstGeom prst="diamond">
              <a:avLst/>
            </a:prstGeom>
            <a:gradFill rotWithShape="0">
              <a:gsLst>
                <a:gs pos="0">
                  <a:srgbClr val="0062d9"/>
                </a:gs>
                <a:gs pos="100000">
                  <a:srgbClr val="006bea"/>
                </a:gs>
              </a:gsLst>
              <a:lin ang="54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</p:grpSp>
      <p:sp>
        <p:nvSpPr>
          <p:cNvPr id="94" name="Прямоугольник 29"/>
          <p:cNvSpPr/>
          <p:nvPr/>
        </p:nvSpPr>
        <p:spPr>
          <a:xfrm>
            <a:off x="0" y="0"/>
            <a:ext cx="12191760" cy="228240"/>
          </a:xfrm>
          <a:prstGeom prst="rect">
            <a:avLst/>
          </a:prstGeom>
          <a:solidFill>
            <a:srgbClr val="0068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uFillTx/>
              <a:latin typeface="SamsungOne 450C"/>
              <a:ea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6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Рисунок 2" descr="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Рисунок 5" descr=""/>
          <p:cNvPicPr/>
          <p:nvPr/>
        </p:nvPicPr>
        <p:blipFill>
          <a:blip r:embed="rId3"/>
          <a:stretch/>
        </p:blipFill>
        <p:spPr>
          <a:xfrm>
            <a:off x="2481120" y="2199600"/>
            <a:ext cx="7034760" cy="2471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7" name="Рисунок 6" descr=""/>
          <p:cNvPicPr/>
          <p:nvPr/>
        </p:nvPicPr>
        <p:blipFill>
          <a:blip r:embed="rId4"/>
          <a:srcRect l="23308" t="0" r="586" b="48525"/>
          <a:stretch/>
        </p:blipFill>
        <p:spPr>
          <a:xfrm>
            <a:off x="0" y="4385880"/>
            <a:ext cx="6420960" cy="2471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8" name="Рисунок 7" descr=""/>
          <p:cNvPicPr/>
          <p:nvPr/>
        </p:nvPicPr>
        <p:blipFill>
          <a:blip r:embed="rId5"/>
          <a:srcRect l="23308" t="0" r="586" b="48525"/>
          <a:stretch/>
        </p:blipFill>
        <p:spPr>
          <a:xfrm rot="10800000">
            <a:off x="5771160" y="0"/>
            <a:ext cx="6420960" cy="247176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6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Рисунок 6" descr=""/>
          <p:cNvPicPr/>
          <p:nvPr/>
        </p:nvPicPr>
        <p:blipFill>
          <a:blip r:embed="rId3"/>
          <a:srcRect l="23308" t="0" r="586" b="48525"/>
          <a:stretch/>
        </p:blipFill>
        <p:spPr>
          <a:xfrm>
            <a:off x="0" y="4385880"/>
            <a:ext cx="6420960" cy="2471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0" name="Рисунок 7" descr=""/>
          <p:cNvPicPr/>
          <p:nvPr/>
        </p:nvPicPr>
        <p:blipFill>
          <a:blip r:embed="rId4"/>
          <a:srcRect l="23308" t="0" r="586" b="48525"/>
          <a:stretch/>
        </p:blipFill>
        <p:spPr>
          <a:xfrm rot="10800000">
            <a:off x="5771160" y="0"/>
            <a:ext cx="6420960" cy="247176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5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1523880" y="3129840"/>
            <a:ext cx="9143640" cy="1360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80000"/>
              </a:lnSpc>
              <a:buNone/>
            </a:pPr>
            <a:r>
              <a:rPr b="0" lang="ru-RU" sz="6000" strike="noStrike" u="none">
                <a:solidFill>
                  <a:schemeClr val="dk1"/>
                </a:solidFill>
                <a:uFillTx/>
                <a:latin typeface="SamsungOne 800C"/>
                <a:ea typeface="Arial"/>
              </a:rPr>
              <a:t>Образец заголовка</a:t>
            </a:r>
            <a:endParaRPr b="0" lang="ru-RU" sz="6000" strike="noStrike" u="none">
              <a:solidFill>
                <a:schemeClr val="dk1"/>
              </a:solidFill>
              <a:uFillTx/>
              <a:latin typeface="SamsungOne 450C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SamsungOne 450C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SamsungOne 450C"/>
                <a:ea typeface="Arial"/>
              </a:rPr>
              <a:t>&lt;дата/время&gt;</a:t>
            </a:r>
            <a:endParaRPr b="0" lang="ru-RU" sz="12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104" name="PlaceHolder 4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SamsungOne 450C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B87C6D8-9C49-4E28-8535-FB74EDDC8C08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SamsungOne 450C"/>
                <a:ea typeface="Arial"/>
              </a:rPr>
              <a:t>&lt;номер&gt;</a:t>
            </a:fld>
            <a:endParaRPr b="0" lang="ru-RU" sz="12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grpSp>
        <p:nvGrpSpPr>
          <p:cNvPr id="105" name="Группа 11"/>
          <p:cNvGrpSpPr/>
          <p:nvPr/>
        </p:nvGrpSpPr>
        <p:grpSpPr>
          <a:xfrm>
            <a:off x="0" y="9360"/>
            <a:ext cx="1608480" cy="6839280"/>
            <a:chOff x="0" y="9360"/>
            <a:chExt cx="1608480" cy="6839280"/>
          </a:xfrm>
        </p:grpSpPr>
        <p:pic>
          <p:nvPicPr>
            <p:cNvPr id="106" name="Рисунок 7" descr=""/>
            <p:cNvPicPr/>
            <p:nvPr/>
          </p:nvPicPr>
          <p:blipFill>
            <a:blip r:embed="rId3"/>
            <a:srcRect l="50001" t="13963" r="0" b="54736"/>
            <a:stretch/>
          </p:blipFill>
          <p:spPr>
            <a:xfrm rot="5400000">
              <a:off x="-1029960" y="1039320"/>
              <a:ext cx="3200760" cy="11401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7" name="Рисунок 8" descr=""/>
            <p:cNvPicPr/>
            <p:nvPr/>
          </p:nvPicPr>
          <p:blipFill>
            <a:blip r:embed="rId4"/>
            <a:srcRect l="50000" t="55843" r="0" b="0"/>
            <a:stretch/>
          </p:blipFill>
          <p:spPr>
            <a:xfrm rot="16200000">
              <a:off x="-795960" y="4443840"/>
              <a:ext cx="3200760" cy="160848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08" name="Группа 12"/>
          <p:cNvGrpSpPr/>
          <p:nvPr/>
        </p:nvGrpSpPr>
        <p:grpSpPr>
          <a:xfrm>
            <a:off x="10549800" y="0"/>
            <a:ext cx="1608480" cy="6839280"/>
            <a:chOff x="10549800" y="0"/>
            <a:chExt cx="1608480" cy="6839280"/>
          </a:xfrm>
        </p:grpSpPr>
        <p:pic>
          <p:nvPicPr>
            <p:cNvPr id="109" name="Рисунок 13" descr=""/>
            <p:cNvPicPr/>
            <p:nvPr/>
          </p:nvPicPr>
          <p:blipFill>
            <a:blip r:embed="rId5"/>
            <a:srcRect l="50001" t="13963" r="0" b="54736"/>
            <a:stretch/>
          </p:blipFill>
          <p:spPr>
            <a:xfrm rot="16200000">
              <a:off x="9987480" y="4668840"/>
              <a:ext cx="3200760" cy="11401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10" name="Рисунок 14" descr=""/>
            <p:cNvPicPr/>
            <p:nvPr/>
          </p:nvPicPr>
          <p:blipFill>
            <a:blip r:embed="rId6"/>
            <a:srcRect l="50000" t="55843" r="0" b="0"/>
            <a:stretch/>
          </p:blipFill>
          <p:spPr>
            <a:xfrm rot="5400000">
              <a:off x="9753480" y="795960"/>
              <a:ext cx="3200760" cy="160848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111" name="Рисунок 16" descr=""/>
          <p:cNvPicPr/>
          <p:nvPr/>
        </p:nvPicPr>
        <p:blipFill>
          <a:blip r:embed="rId7"/>
          <a:stretch/>
        </p:blipFill>
        <p:spPr>
          <a:xfrm>
            <a:off x="3484800" y="1294560"/>
            <a:ext cx="4802040" cy="168696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8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SamsungOne 450C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SamsungOne 450C"/>
                <a:ea typeface="Arial"/>
              </a:rPr>
              <a:t>&lt;дата/время&gt;</a:t>
            </a:r>
            <a:endParaRPr b="0" lang="ru-RU" sz="12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SamsungOne 450C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88DD09A-8775-4CA0-8C04-4CE2AEA537CE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SamsungOne 450C"/>
                <a:ea typeface="Arial"/>
              </a:rPr>
              <a:t>&lt;номер&gt;</a:t>
            </a:fld>
            <a:endParaRPr b="0" lang="ru-RU" sz="12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117" name="PlaceHolder 4"/>
          <p:cNvSpPr>
            <a:spLocks noGrp="1"/>
          </p:cNvSpPr>
          <p:nvPr>
            <p:ph type="title"/>
          </p:nvPr>
        </p:nvSpPr>
        <p:spPr>
          <a:xfrm>
            <a:off x="838080" y="365040"/>
            <a:ext cx="9257400" cy="69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ru-RU" sz="3200" strike="noStrike" u="none">
                <a:solidFill>
                  <a:schemeClr val="dk1"/>
                </a:solidFill>
                <a:uFillTx/>
                <a:latin typeface="SamsungOne 800C"/>
                <a:ea typeface="Arial"/>
              </a:rPr>
              <a:t>Образец заголовка</a:t>
            </a:r>
            <a:endParaRPr b="0" lang="ru-RU" sz="3200" strike="noStrike" u="none">
              <a:solidFill>
                <a:schemeClr val="dk1"/>
              </a:solidFill>
              <a:uFillTx/>
              <a:latin typeface="SamsungOne 450C"/>
            </a:endParaRPr>
          </a:p>
        </p:txBody>
      </p:sp>
      <p:pic>
        <p:nvPicPr>
          <p:cNvPr id="118" name="Рисунок 8" descr=""/>
          <p:cNvPicPr/>
          <p:nvPr/>
        </p:nvPicPr>
        <p:blipFill>
          <a:blip r:embed="rId3"/>
          <a:srcRect l="50001" t="13963" r="0" b="54736"/>
          <a:stretch/>
        </p:blipFill>
        <p:spPr>
          <a:xfrm rot="5400000">
            <a:off x="-1029960" y="1039320"/>
            <a:ext cx="3200760" cy="114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9" name="Рисунок 9" descr=""/>
          <p:cNvPicPr/>
          <p:nvPr/>
        </p:nvPicPr>
        <p:blipFill>
          <a:blip r:embed="rId4"/>
          <a:srcRect l="50000" t="55843" r="0" b="0"/>
          <a:stretch/>
        </p:blipFill>
        <p:spPr>
          <a:xfrm rot="16200000">
            <a:off x="-795960" y="4443840"/>
            <a:ext cx="3200760" cy="1608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0" name="Рисунок 11" descr=""/>
          <p:cNvPicPr/>
          <p:nvPr/>
        </p:nvPicPr>
        <p:blipFill>
          <a:blip r:embed="rId5"/>
          <a:srcRect l="50001" t="13963" r="0" b="54736"/>
          <a:stretch/>
        </p:blipFill>
        <p:spPr>
          <a:xfrm rot="16200000">
            <a:off x="9987480" y="4668840"/>
            <a:ext cx="3200760" cy="114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1" name="Рисунок 21" descr=""/>
          <p:cNvPicPr/>
          <p:nvPr/>
        </p:nvPicPr>
        <p:blipFill>
          <a:blip r:embed="rId6"/>
          <a:stretch/>
        </p:blipFill>
        <p:spPr>
          <a:xfrm>
            <a:off x="9841680" y="284760"/>
            <a:ext cx="2255760" cy="79236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7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Рисунок 2" descr=""/>
          <p:cNvPicPr/>
          <p:nvPr/>
        </p:nvPicPr>
        <p:blipFill>
          <a:blip r:embed="rId3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4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Рисунок 16" descr=""/>
          <p:cNvPicPr/>
          <p:nvPr/>
        </p:nvPicPr>
        <p:blipFill>
          <a:blip r:embed="rId2"/>
          <a:stretch/>
        </p:blipFill>
        <p:spPr>
          <a:xfrm>
            <a:off x="2513880" y="2213280"/>
            <a:ext cx="6918840" cy="2430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4" name="Рисунок 6" descr=""/>
          <p:cNvPicPr/>
          <p:nvPr/>
        </p:nvPicPr>
        <p:blipFill>
          <a:blip r:embed="rId3"/>
          <a:srcRect l="23326" t="0" r="0" b="48520"/>
          <a:stretch/>
        </p:blipFill>
        <p:spPr>
          <a:xfrm>
            <a:off x="0" y="4380840"/>
            <a:ext cx="6482880" cy="2476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5" name="Рисунок 8" descr=""/>
          <p:cNvPicPr/>
          <p:nvPr/>
        </p:nvPicPr>
        <p:blipFill>
          <a:blip r:embed="rId4"/>
          <a:srcRect l="23326" t="0" r="0" b="48520"/>
          <a:stretch/>
        </p:blipFill>
        <p:spPr>
          <a:xfrm rot="10800000">
            <a:off x="5709240" y="0"/>
            <a:ext cx="6482880" cy="24768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26" name="Группа 9"/>
          <p:cNvGrpSpPr/>
          <p:nvPr/>
        </p:nvGrpSpPr>
        <p:grpSpPr>
          <a:xfrm>
            <a:off x="226800" y="256320"/>
            <a:ext cx="563040" cy="130320"/>
            <a:chOff x="226800" y="256320"/>
            <a:chExt cx="563040" cy="130320"/>
          </a:xfrm>
        </p:grpSpPr>
        <p:sp>
          <p:nvSpPr>
            <p:cNvPr id="127" name="Овал 10"/>
            <p:cNvSpPr/>
            <p:nvPr/>
          </p:nvSpPr>
          <p:spPr>
            <a:xfrm rot="5400000">
              <a:off x="659520" y="256320"/>
              <a:ext cx="130320" cy="130320"/>
            </a:xfrm>
            <a:prstGeom prst="ellipse">
              <a:avLst/>
            </a:prstGeom>
            <a:noFill/>
            <a:ln>
              <a:solidFill>
                <a:srgbClr val="44546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128" name="Овал 11"/>
            <p:cNvSpPr/>
            <p:nvPr/>
          </p:nvSpPr>
          <p:spPr>
            <a:xfrm rot="5400000">
              <a:off x="433800" y="256320"/>
              <a:ext cx="130320" cy="130320"/>
            </a:xfrm>
            <a:prstGeom prst="ellipse">
              <a:avLst/>
            </a:prstGeom>
            <a:noFill/>
            <a:ln>
              <a:solidFill>
                <a:srgbClr val="44546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129" name="Овал 13"/>
            <p:cNvSpPr/>
            <p:nvPr/>
          </p:nvSpPr>
          <p:spPr>
            <a:xfrm rot="5400000">
              <a:off x="226800" y="256320"/>
              <a:ext cx="130320" cy="130320"/>
            </a:xfrm>
            <a:prstGeom prst="ellipse">
              <a:avLst/>
            </a:prstGeom>
            <a:noFill/>
            <a:ln>
              <a:solidFill>
                <a:srgbClr val="44546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</p:grpSp>
      <p:grpSp>
        <p:nvGrpSpPr>
          <p:cNvPr id="130" name="Группа 14"/>
          <p:cNvGrpSpPr/>
          <p:nvPr/>
        </p:nvGrpSpPr>
        <p:grpSpPr>
          <a:xfrm>
            <a:off x="1014480" y="256320"/>
            <a:ext cx="562680" cy="130320"/>
            <a:chOff x="1014480" y="256320"/>
            <a:chExt cx="562680" cy="130320"/>
          </a:xfrm>
        </p:grpSpPr>
        <p:sp>
          <p:nvSpPr>
            <p:cNvPr id="131" name="Овал 15"/>
            <p:cNvSpPr/>
            <p:nvPr/>
          </p:nvSpPr>
          <p:spPr>
            <a:xfrm rot="5400000">
              <a:off x="1446840" y="256320"/>
              <a:ext cx="130320" cy="130320"/>
            </a:xfrm>
            <a:prstGeom prst="ellipse">
              <a:avLst/>
            </a:prstGeom>
            <a:noFill/>
            <a:ln>
              <a:solidFill>
                <a:srgbClr val="44546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132" name="Овал 18"/>
            <p:cNvSpPr/>
            <p:nvPr/>
          </p:nvSpPr>
          <p:spPr>
            <a:xfrm rot="5400000">
              <a:off x="1221480" y="256320"/>
              <a:ext cx="130320" cy="130320"/>
            </a:xfrm>
            <a:prstGeom prst="ellipse">
              <a:avLst/>
            </a:prstGeom>
            <a:noFill/>
            <a:ln>
              <a:solidFill>
                <a:srgbClr val="44546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133" name="Овал 19"/>
            <p:cNvSpPr/>
            <p:nvPr/>
          </p:nvSpPr>
          <p:spPr>
            <a:xfrm rot="5400000">
              <a:off x="1014480" y="256320"/>
              <a:ext cx="130320" cy="130320"/>
            </a:xfrm>
            <a:prstGeom prst="ellipse">
              <a:avLst/>
            </a:prstGeom>
            <a:noFill/>
            <a:ln>
              <a:solidFill>
                <a:srgbClr val="44546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9" r:id="rId5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Рисунок 6" descr=""/>
          <p:cNvPicPr/>
          <p:nvPr/>
        </p:nvPicPr>
        <p:blipFill>
          <a:blip r:embed="rId2"/>
          <a:srcRect l="23326" t="0" r="0" b="48520"/>
          <a:stretch/>
        </p:blipFill>
        <p:spPr>
          <a:xfrm>
            <a:off x="0" y="4380840"/>
            <a:ext cx="6482880" cy="2476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5" name="Рисунок 8" descr=""/>
          <p:cNvPicPr/>
          <p:nvPr/>
        </p:nvPicPr>
        <p:blipFill>
          <a:blip r:embed="rId3"/>
          <a:srcRect l="23326" t="0" r="0" b="48520"/>
          <a:stretch/>
        </p:blipFill>
        <p:spPr>
          <a:xfrm rot="10800000">
            <a:off x="5709240" y="0"/>
            <a:ext cx="6482880" cy="24768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36" name="Группа 9"/>
          <p:cNvGrpSpPr/>
          <p:nvPr/>
        </p:nvGrpSpPr>
        <p:grpSpPr>
          <a:xfrm>
            <a:off x="226800" y="256320"/>
            <a:ext cx="563040" cy="130320"/>
            <a:chOff x="226800" y="256320"/>
            <a:chExt cx="563040" cy="130320"/>
          </a:xfrm>
        </p:grpSpPr>
        <p:sp>
          <p:nvSpPr>
            <p:cNvPr id="137" name="Овал 10"/>
            <p:cNvSpPr/>
            <p:nvPr/>
          </p:nvSpPr>
          <p:spPr>
            <a:xfrm rot="5400000">
              <a:off x="659520" y="256320"/>
              <a:ext cx="130320" cy="130320"/>
            </a:xfrm>
            <a:prstGeom prst="ellipse">
              <a:avLst/>
            </a:prstGeom>
            <a:noFill/>
            <a:ln>
              <a:solidFill>
                <a:srgbClr val="44546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138" name="Овал 11"/>
            <p:cNvSpPr/>
            <p:nvPr/>
          </p:nvSpPr>
          <p:spPr>
            <a:xfrm rot="5400000">
              <a:off x="433800" y="256320"/>
              <a:ext cx="130320" cy="130320"/>
            </a:xfrm>
            <a:prstGeom prst="ellipse">
              <a:avLst/>
            </a:prstGeom>
            <a:noFill/>
            <a:ln>
              <a:solidFill>
                <a:srgbClr val="44546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139" name="Овал 13"/>
            <p:cNvSpPr/>
            <p:nvPr/>
          </p:nvSpPr>
          <p:spPr>
            <a:xfrm rot="5400000">
              <a:off x="226800" y="256320"/>
              <a:ext cx="130320" cy="130320"/>
            </a:xfrm>
            <a:prstGeom prst="ellipse">
              <a:avLst/>
            </a:prstGeom>
            <a:noFill/>
            <a:ln>
              <a:solidFill>
                <a:srgbClr val="44546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</p:grpSp>
      <p:grpSp>
        <p:nvGrpSpPr>
          <p:cNvPr id="140" name="Группа 14"/>
          <p:cNvGrpSpPr/>
          <p:nvPr/>
        </p:nvGrpSpPr>
        <p:grpSpPr>
          <a:xfrm>
            <a:off x="1014480" y="256320"/>
            <a:ext cx="562680" cy="130320"/>
            <a:chOff x="1014480" y="256320"/>
            <a:chExt cx="562680" cy="130320"/>
          </a:xfrm>
        </p:grpSpPr>
        <p:sp>
          <p:nvSpPr>
            <p:cNvPr id="141" name="Овал 15"/>
            <p:cNvSpPr/>
            <p:nvPr/>
          </p:nvSpPr>
          <p:spPr>
            <a:xfrm rot="5400000">
              <a:off x="1446840" y="256320"/>
              <a:ext cx="130320" cy="130320"/>
            </a:xfrm>
            <a:prstGeom prst="ellipse">
              <a:avLst/>
            </a:prstGeom>
            <a:noFill/>
            <a:ln>
              <a:solidFill>
                <a:srgbClr val="44546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142" name="Овал 18"/>
            <p:cNvSpPr/>
            <p:nvPr/>
          </p:nvSpPr>
          <p:spPr>
            <a:xfrm rot="5400000">
              <a:off x="1221480" y="256320"/>
              <a:ext cx="130320" cy="130320"/>
            </a:xfrm>
            <a:prstGeom prst="ellipse">
              <a:avLst/>
            </a:prstGeom>
            <a:noFill/>
            <a:ln>
              <a:solidFill>
                <a:srgbClr val="44546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143" name="Овал 19"/>
            <p:cNvSpPr/>
            <p:nvPr/>
          </p:nvSpPr>
          <p:spPr>
            <a:xfrm rot="5400000">
              <a:off x="1014480" y="256320"/>
              <a:ext cx="130320" cy="130320"/>
            </a:xfrm>
            <a:prstGeom prst="ellipse">
              <a:avLst/>
            </a:prstGeom>
            <a:noFill/>
            <a:ln>
              <a:solidFill>
                <a:srgbClr val="44546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4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1523880" y="3129840"/>
            <a:ext cx="9143640" cy="1360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80000"/>
              </a:lnSpc>
              <a:buNone/>
            </a:pPr>
            <a:r>
              <a:rPr b="0" lang="ru-RU" sz="6000" strike="noStrike" u="none">
                <a:solidFill>
                  <a:schemeClr val="dk2"/>
                </a:solidFill>
                <a:uFillTx/>
                <a:latin typeface="SamsungOne 800C"/>
                <a:ea typeface="Arial"/>
              </a:rPr>
              <a:t>Образец заголовка</a:t>
            </a:r>
            <a:endParaRPr b="0" lang="ru-RU" sz="6000" strike="noStrike" u="none">
              <a:solidFill>
                <a:schemeClr val="dk1"/>
              </a:solidFill>
              <a:uFillTx/>
              <a:latin typeface="SamsungOne 450C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2"/>
                </a:solidFill>
                <a:uFillTx/>
                <a:latin typeface="SamsungOne 450C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1200" strike="noStrike" u="none">
                <a:solidFill>
                  <a:schemeClr val="dk2"/>
                </a:solidFill>
                <a:uFillTx/>
                <a:latin typeface="SamsungOne 450C"/>
                <a:ea typeface="Arial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7" name="PlaceHolder 4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2"/>
                </a:solidFill>
                <a:uFillTx/>
                <a:latin typeface="SamsungOne 450C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DB6331A-E053-4C0F-B5B9-0D0690ECB76D}" type="slidenum">
              <a:rPr b="0" lang="ru-RU" sz="1200" strike="noStrike" u="none">
                <a:solidFill>
                  <a:schemeClr val="dk2"/>
                </a:solidFill>
                <a:uFillTx/>
                <a:latin typeface="SamsungOne 450C"/>
                <a:ea typeface="Arial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pic>
        <p:nvPicPr>
          <p:cNvPr id="148" name="Рисунок 6" descr=""/>
          <p:cNvPicPr/>
          <p:nvPr/>
        </p:nvPicPr>
        <p:blipFill>
          <a:blip r:embed="rId2"/>
          <a:stretch/>
        </p:blipFill>
        <p:spPr>
          <a:xfrm>
            <a:off x="3497400" y="1300680"/>
            <a:ext cx="4748400" cy="16682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49" name="Группа 9"/>
          <p:cNvGrpSpPr/>
          <p:nvPr/>
        </p:nvGrpSpPr>
        <p:grpSpPr>
          <a:xfrm>
            <a:off x="0" y="0"/>
            <a:ext cx="1670400" cy="6858000"/>
            <a:chOff x="0" y="0"/>
            <a:chExt cx="1670400" cy="6858000"/>
          </a:xfrm>
        </p:grpSpPr>
        <p:pic>
          <p:nvPicPr>
            <p:cNvPr id="150" name="Рисунок 16" descr=""/>
            <p:cNvPicPr/>
            <p:nvPr/>
          </p:nvPicPr>
          <p:blipFill>
            <a:blip r:embed="rId3"/>
            <a:srcRect l="50090" t="0" r="0" b="54940"/>
            <a:stretch/>
          </p:blipFill>
          <p:spPr>
            <a:xfrm rot="5400000">
              <a:off x="-786600" y="786600"/>
              <a:ext cx="3237480" cy="16635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51" name="Рисунок 18" descr=""/>
            <p:cNvPicPr/>
            <p:nvPr/>
          </p:nvPicPr>
          <p:blipFill>
            <a:blip r:embed="rId4"/>
            <a:srcRect l="50090" t="55969" r="0" b="-1213"/>
            <a:stretch/>
          </p:blipFill>
          <p:spPr>
            <a:xfrm rot="16200000">
              <a:off x="-783360" y="4403880"/>
              <a:ext cx="3237480" cy="167040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52" name="Группа 19"/>
          <p:cNvGrpSpPr/>
          <p:nvPr/>
        </p:nvGrpSpPr>
        <p:grpSpPr>
          <a:xfrm>
            <a:off x="10518840" y="0"/>
            <a:ext cx="1670400" cy="6858000"/>
            <a:chOff x="10518840" y="0"/>
            <a:chExt cx="1670400" cy="6858000"/>
          </a:xfrm>
        </p:grpSpPr>
        <p:pic>
          <p:nvPicPr>
            <p:cNvPr id="153" name="Рисунок 20" descr=""/>
            <p:cNvPicPr/>
            <p:nvPr/>
          </p:nvPicPr>
          <p:blipFill>
            <a:blip r:embed="rId5"/>
            <a:srcRect l="50090" t="0" r="0" b="54940"/>
            <a:stretch/>
          </p:blipFill>
          <p:spPr>
            <a:xfrm rot="16200000">
              <a:off x="9738360" y="4407480"/>
              <a:ext cx="3237480" cy="16635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54" name="Рисунок 21" descr=""/>
            <p:cNvPicPr/>
            <p:nvPr/>
          </p:nvPicPr>
          <p:blipFill>
            <a:blip r:embed="rId6"/>
            <a:srcRect l="50090" t="55969" r="0" b="-1213"/>
            <a:stretch/>
          </p:blipFill>
          <p:spPr>
            <a:xfrm rot="5400000">
              <a:off x="9735120" y="783360"/>
              <a:ext cx="3237480" cy="167040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3" r:id="rId7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2"/>
                </a:solidFill>
                <a:uFillTx/>
                <a:latin typeface="SamsungOne 450C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1200" strike="noStrike" u="none">
                <a:solidFill>
                  <a:schemeClr val="dk2"/>
                </a:solidFill>
                <a:uFillTx/>
                <a:latin typeface="SamsungOne 450C"/>
                <a:ea typeface="Arial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2"/>
                </a:solidFill>
                <a:uFillTx/>
                <a:latin typeface="SamsungOne 450C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12635C5-0E21-48FC-82CC-2861C07A5A80}" type="slidenum">
              <a:rPr b="0" lang="ru-RU" sz="1200" strike="noStrike" u="none">
                <a:solidFill>
                  <a:schemeClr val="dk2"/>
                </a:solidFill>
                <a:uFillTx/>
                <a:latin typeface="SamsungOne 450C"/>
                <a:ea typeface="Arial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 type="title"/>
          </p:nvPr>
        </p:nvSpPr>
        <p:spPr>
          <a:xfrm>
            <a:off x="838080" y="365040"/>
            <a:ext cx="9257400" cy="69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ru-RU" sz="3200" strike="noStrike" u="none">
                <a:solidFill>
                  <a:schemeClr val="dk2"/>
                </a:solidFill>
                <a:uFillTx/>
                <a:latin typeface="SamsungOne 800C"/>
                <a:ea typeface="Arial"/>
              </a:rPr>
              <a:t>Образец заголовка</a:t>
            </a:r>
            <a:endParaRPr b="0" lang="ru-RU" sz="3200" strike="noStrike" u="none">
              <a:solidFill>
                <a:schemeClr val="dk1"/>
              </a:solidFill>
              <a:uFillTx/>
              <a:latin typeface="SamsungOne 450C"/>
            </a:endParaRPr>
          </a:p>
        </p:txBody>
      </p:sp>
      <p:pic>
        <p:nvPicPr>
          <p:cNvPr id="161" name="Рисунок 7" descr=""/>
          <p:cNvPicPr/>
          <p:nvPr/>
        </p:nvPicPr>
        <p:blipFill>
          <a:blip r:embed="rId2"/>
          <a:stretch/>
        </p:blipFill>
        <p:spPr>
          <a:xfrm>
            <a:off x="9841680" y="284760"/>
            <a:ext cx="2255760" cy="79236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62" name="Группа 21"/>
          <p:cNvGrpSpPr/>
          <p:nvPr/>
        </p:nvGrpSpPr>
        <p:grpSpPr>
          <a:xfrm>
            <a:off x="0" y="0"/>
            <a:ext cx="1670400" cy="6858000"/>
            <a:chOff x="0" y="0"/>
            <a:chExt cx="1670400" cy="6858000"/>
          </a:xfrm>
        </p:grpSpPr>
        <p:pic>
          <p:nvPicPr>
            <p:cNvPr id="163" name="Рисунок 22" descr=""/>
            <p:cNvPicPr/>
            <p:nvPr/>
          </p:nvPicPr>
          <p:blipFill>
            <a:blip r:embed="rId3"/>
            <a:srcRect l="50090" t="0" r="0" b="54940"/>
            <a:stretch/>
          </p:blipFill>
          <p:spPr>
            <a:xfrm rot="5400000">
              <a:off x="-786600" y="786600"/>
              <a:ext cx="3237480" cy="16635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64" name="Рисунок 23" descr=""/>
            <p:cNvPicPr/>
            <p:nvPr/>
          </p:nvPicPr>
          <p:blipFill>
            <a:blip r:embed="rId4"/>
            <a:srcRect l="50090" t="55969" r="0" b="-1213"/>
            <a:stretch/>
          </p:blipFill>
          <p:spPr>
            <a:xfrm rot="16200000">
              <a:off x="-783360" y="4403880"/>
              <a:ext cx="3237480" cy="167040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165" name="Рисунок 25" descr=""/>
          <p:cNvPicPr/>
          <p:nvPr/>
        </p:nvPicPr>
        <p:blipFill>
          <a:blip r:embed="rId5"/>
          <a:srcRect l="50090" t="0" r="0" b="54940"/>
          <a:stretch/>
        </p:blipFill>
        <p:spPr>
          <a:xfrm rot="16200000">
            <a:off x="9738360" y="4407480"/>
            <a:ext cx="3237480" cy="166356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66" name="Группа 24"/>
          <p:cNvGrpSpPr/>
          <p:nvPr/>
        </p:nvGrpSpPr>
        <p:grpSpPr>
          <a:xfrm>
            <a:off x="11621160" y="2572920"/>
            <a:ext cx="570240" cy="1711800"/>
            <a:chOff x="11621160" y="2572920"/>
            <a:chExt cx="570240" cy="1711800"/>
          </a:xfrm>
        </p:grpSpPr>
        <p:sp>
          <p:nvSpPr>
            <p:cNvPr id="167" name="Ромб 26"/>
            <p:cNvSpPr/>
            <p:nvPr/>
          </p:nvSpPr>
          <p:spPr>
            <a:xfrm>
              <a:off x="11621160" y="2572920"/>
              <a:ext cx="570240" cy="570240"/>
            </a:xfrm>
            <a:prstGeom prst="diamond">
              <a:avLst/>
            </a:prstGeom>
            <a:gradFill rotWithShape="0">
              <a:gsLst>
                <a:gs pos="0">
                  <a:srgbClr val="0062d9"/>
                </a:gs>
                <a:gs pos="100000">
                  <a:srgbClr val="006bea"/>
                </a:gs>
              </a:gsLst>
              <a:lin ang="54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168" name="Ромб 27"/>
            <p:cNvSpPr/>
            <p:nvPr/>
          </p:nvSpPr>
          <p:spPr>
            <a:xfrm>
              <a:off x="11621160" y="3143520"/>
              <a:ext cx="570240" cy="570240"/>
            </a:xfrm>
            <a:prstGeom prst="diamond">
              <a:avLst/>
            </a:prstGeom>
            <a:gradFill rotWithShape="0">
              <a:gsLst>
                <a:gs pos="0">
                  <a:srgbClr val="0062d9"/>
                </a:gs>
                <a:gs pos="100000">
                  <a:srgbClr val="006bea"/>
                </a:gs>
              </a:gsLst>
              <a:lin ang="54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169" name="Ромб 28"/>
            <p:cNvSpPr/>
            <p:nvPr/>
          </p:nvSpPr>
          <p:spPr>
            <a:xfrm>
              <a:off x="11621160" y="3714480"/>
              <a:ext cx="570240" cy="570240"/>
            </a:xfrm>
            <a:prstGeom prst="diamond">
              <a:avLst/>
            </a:prstGeom>
            <a:gradFill rotWithShape="0">
              <a:gsLst>
                <a:gs pos="0">
                  <a:srgbClr val="0062d9"/>
                </a:gs>
                <a:gs pos="100000">
                  <a:srgbClr val="006bea"/>
                </a:gs>
              </a:gsLst>
              <a:lin ang="54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</p:grpSp>
      <p:sp>
        <p:nvSpPr>
          <p:cNvPr id="170" name="Прямоугольник 29"/>
          <p:cNvSpPr/>
          <p:nvPr/>
        </p:nvSpPr>
        <p:spPr>
          <a:xfrm>
            <a:off x="0" y="0"/>
            <a:ext cx="12191760" cy="228240"/>
          </a:xfrm>
          <a:prstGeom prst="rect">
            <a:avLst/>
          </a:prstGeom>
          <a:solidFill>
            <a:srgbClr val="0068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uFillTx/>
              <a:latin typeface="SamsungOne 450C"/>
              <a:ea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6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Рисунок 2" descr="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87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1523880" y="2569320"/>
            <a:ext cx="9143640" cy="1360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80000"/>
              </a:lnSpc>
              <a:buNone/>
            </a:pPr>
            <a:r>
              <a:rPr b="1" lang="ru-RU" sz="6000" strike="noStrike" u="none">
                <a:solidFill>
                  <a:schemeClr val="dk1"/>
                </a:solidFill>
                <a:uFillTx/>
                <a:latin typeface="Bahnschrift"/>
                <a:ea typeface="Bahnschrift"/>
              </a:rPr>
              <a:t>Space Raider</a:t>
            </a:r>
            <a:endParaRPr b="0" lang="ru-RU" sz="6000" strike="noStrike" u="none">
              <a:solidFill>
                <a:schemeClr val="dk1"/>
              </a:solidFill>
              <a:uFillTx/>
              <a:latin typeface="SamsungOne 450C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 type="sldNum" idx="2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SamsungOne 450C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AD6936-B6C3-4422-A58C-75B9F91692A3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SamsungOne 450C"/>
                <a:ea typeface="Arial"/>
              </a:rPr>
              <a:t>&lt;номер&gt;</a:t>
            </a:fld>
            <a:endParaRPr b="0" lang="ru-RU" sz="12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5007240" y="4183560"/>
            <a:ext cx="6015960" cy="230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ru-RU" sz="2800" strike="noStrike" u="none">
                <a:solidFill>
                  <a:schemeClr val="lt1"/>
                </a:solidFill>
                <a:uFillTx/>
                <a:latin typeface="Candara"/>
                <a:ea typeface="Candara"/>
              </a:rPr>
              <a:t>Город: Омск</a:t>
            </a:r>
            <a:endParaRPr b="0" lang="ru-RU" sz="2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ru-RU" sz="2800" strike="noStrike" u="none">
                <a:solidFill>
                  <a:schemeClr val="lt1"/>
                </a:solidFill>
                <a:uFillTx/>
                <a:latin typeface="Candara"/>
                <a:ea typeface="Candara"/>
              </a:rPr>
              <a:t>Площадка: БОУ «СОШ № 120»</a:t>
            </a:r>
            <a:endParaRPr b="0" lang="ru-RU" sz="2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ru-RU" sz="2800" strike="noStrike" u="none">
                <a:solidFill>
                  <a:schemeClr val="lt1"/>
                </a:solidFill>
                <a:uFillTx/>
                <a:latin typeface="Candara"/>
                <a:ea typeface="Candara"/>
              </a:rPr>
              <a:t>Учащийся: Лутс Семён</a:t>
            </a:r>
            <a:endParaRPr b="0" lang="ru-RU" sz="2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ru-RU" sz="2800" strike="noStrike" u="none">
                <a:solidFill>
                  <a:schemeClr val="lt1"/>
                </a:solidFill>
                <a:uFillTx/>
                <a:latin typeface="Candara"/>
                <a:ea typeface="Candara"/>
              </a:rPr>
              <a:t>Преподаватель: </a:t>
            </a:r>
            <a:endParaRPr b="0" lang="ru-RU" sz="2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ru-RU" sz="2800" strike="noStrike" u="none">
                <a:solidFill>
                  <a:schemeClr val="lt1"/>
                </a:solidFill>
                <a:uFillTx/>
                <a:latin typeface="Candara"/>
                <a:ea typeface="Candara"/>
              </a:rPr>
              <a:t>Коротаев Вадим Геннадьевич</a:t>
            </a:r>
            <a:endParaRPr b="0" lang="ru-RU" sz="2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p:transition spd="med">
    <p:wipe dir="r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"/>
          <p:cNvSpPr/>
          <p:nvPr/>
        </p:nvSpPr>
        <p:spPr>
          <a:xfrm>
            <a:off x="636840" y="2166480"/>
            <a:ext cx="1009296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2600" strike="noStrike" u="none">
                <a:solidFill>
                  <a:schemeClr val="dk1"/>
                </a:solidFill>
                <a:uFillTx/>
                <a:latin typeface="Candara"/>
                <a:ea typeface="Candara"/>
              </a:rPr>
              <a:t>RuStore: https://www.rustore.ru/catalog/app/com.deeep.spaceglad</a:t>
            </a:r>
            <a:endParaRPr b="0" lang="ru-RU" sz="26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pic>
        <p:nvPicPr>
          <p:cNvPr id="182" name="" descr=""/>
          <p:cNvPicPr/>
          <p:nvPr/>
        </p:nvPicPr>
        <p:blipFill>
          <a:blip r:embed="rId1"/>
          <a:stretch/>
        </p:blipFill>
        <p:spPr>
          <a:xfrm>
            <a:off x="4203360" y="2694960"/>
            <a:ext cx="3785040" cy="3785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" name="Группа 20"/>
          <p:cNvGrpSpPr/>
          <p:nvPr/>
        </p:nvGrpSpPr>
        <p:grpSpPr>
          <a:xfrm>
            <a:off x="10451520" y="3983400"/>
            <a:ext cx="130320" cy="562680"/>
            <a:chOff x="10451520" y="3983400"/>
            <a:chExt cx="130320" cy="562680"/>
          </a:xfrm>
        </p:grpSpPr>
        <p:sp>
          <p:nvSpPr>
            <p:cNvPr id="184" name="Овал 21"/>
            <p:cNvSpPr/>
            <p:nvPr/>
          </p:nvSpPr>
          <p:spPr>
            <a:xfrm>
              <a:off x="10451520" y="3983400"/>
              <a:ext cx="130320" cy="130320"/>
            </a:xfrm>
            <a:prstGeom prst="ellipse">
              <a:avLst/>
            </a:prstGeom>
            <a:noFill/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185" name="Овал 22"/>
            <p:cNvSpPr/>
            <p:nvPr/>
          </p:nvSpPr>
          <p:spPr>
            <a:xfrm>
              <a:off x="10451520" y="4208760"/>
              <a:ext cx="130320" cy="130320"/>
            </a:xfrm>
            <a:prstGeom prst="ellipse">
              <a:avLst/>
            </a:prstGeom>
            <a:noFill/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186" name="Овал 23"/>
            <p:cNvSpPr/>
            <p:nvPr/>
          </p:nvSpPr>
          <p:spPr>
            <a:xfrm>
              <a:off x="10451520" y="4415760"/>
              <a:ext cx="130320" cy="130320"/>
            </a:xfrm>
            <a:prstGeom prst="ellipse">
              <a:avLst/>
            </a:prstGeom>
            <a:noFill/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</p:grpSp>
      <p:sp>
        <p:nvSpPr>
          <p:cNvPr id="187" name="PlaceHolder 1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SamsungOne 450C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ACD6827-793D-4743-8DBA-23627E4BB605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SamsungOne 450C"/>
                <a:ea typeface="Arial"/>
              </a:rPr>
              <a:t>&lt;номер&gt;</a:t>
            </a:fld>
            <a:endParaRPr b="0" lang="ru-RU" sz="12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1676880" y="1923120"/>
            <a:ext cx="9251280" cy="30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ctr">
            <a:spAutoFit/>
          </a:bodyPr>
          <a:p>
            <a:pPr defTabSz="914400">
              <a:lnSpc>
                <a:spcPct val="100000"/>
              </a:lnSpc>
            </a:pPr>
            <a:r>
              <a:rPr b="0" lang="ru-RU" sz="4800" strike="noStrike" u="none">
                <a:solidFill>
                  <a:schemeClr val="dk1"/>
                </a:solidFill>
                <a:uFillTx/>
                <a:latin typeface="Bahnschrift"/>
                <a:ea typeface="Bahnschrift"/>
              </a:rPr>
              <a:t>Цель проекта</a:t>
            </a:r>
            <a:r>
              <a:rPr b="0" lang="ru-RU" sz="3600" strike="noStrike" u="none">
                <a:solidFill>
                  <a:schemeClr val="dk1"/>
                </a:solidFill>
                <a:uFillTx/>
                <a:latin typeface="Bahnschrift"/>
                <a:ea typeface="Bahnschrift"/>
              </a:rPr>
              <a:t> </a:t>
            </a:r>
            <a:endParaRPr b="0" lang="ru-RU" sz="36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ru-RU" sz="3600" strike="noStrike" u="none">
                <a:solidFill>
                  <a:schemeClr val="dk1"/>
                </a:solidFill>
                <a:uFillTx/>
                <a:latin typeface="Bahnschrift"/>
                <a:ea typeface="Bahnschrift"/>
              </a:rPr>
              <a:t>- приложение, написанное на libGDX,</a:t>
            </a:r>
            <a:endParaRPr b="0" lang="ru-RU" sz="36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ru-RU" sz="3600" strike="noStrike" u="none">
                <a:solidFill>
                  <a:schemeClr val="dk1"/>
                </a:solidFill>
                <a:uFillTx/>
                <a:latin typeface="Bahnschrift"/>
                <a:ea typeface="Bahnschrift"/>
              </a:rPr>
              <a:t>с использованием технологий 3D, предназначенное для </a:t>
            </a:r>
            <a:endParaRPr b="0" lang="ru-RU" sz="36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ru-RU" sz="3600" strike="noStrike" u="none">
                <a:solidFill>
                  <a:schemeClr val="dk1"/>
                </a:solidFill>
                <a:uFillTx/>
                <a:latin typeface="Bahnschrift"/>
                <a:ea typeface="Bahnschrift"/>
              </a:rPr>
              <a:t>применения на ОС Android.</a:t>
            </a:r>
            <a:endParaRPr b="0" lang="ru-RU" sz="36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p:transition spd="med">
    <p:wipe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9" name="Группа 20"/>
          <p:cNvGrpSpPr/>
          <p:nvPr/>
        </p:nvGrpSpPr>
        <p:grpSpPr>
          <a:xfrm>
            <a:off x="10451520" y="3983400"/>
            <a:ext cx="130320" cy="562680"/>
            <a:chOff x="10451520" y="3983400"/>
            <a:chExt cx="130320" cy="562680"/>
          </a:xfrm>
        </p:grpSpPr>
        <p:sp>
          <p:nvSpPr>
            <p:cNvPr id="190" name="Овал 21"/>
            <p:cNvSpPr/>
            <p:nvPr/>
          </p:nvSpPr>
          <p:spPr>
            <a:xfrm>
              <a:off x="10451520" y="3983400"/>
              <a:ext cx="130320" cy="130320"/>
            </a:xfrm>
            <a:prstGeom prst="ellipse">
              <a:avLst/>
            </a:prstGeom>
            <a:noFill/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191" name="Овал 22"/>
            <p:cNvSpPr/>
            <p:nvPr/>
          </p:nvSpPr>
          <p:spPr>
            <a:xfrm>
              <a:off x="10451520" y="4208760"/>
              <a:ext cx="130320" cy="130320"/>
            </a:xfrm>
            <a:prstGeom prst="ellipse">
              <a:avLst/>
            </a:prstGeom>
            <a:noFill/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192" name="Овал 23"/>
            <p:cNvSpPr/>
            <p:nvPr/>
          </p:nvSpPr>
          <p:spPr>
            <a:xfrm>
              <a:off x="10451520" y="4415760"/>
              <a:ext cx="130320" cy="130320"/>
            </a:xfrm>
            <a:prstGeom prst="ellipse">
              <a:avLst/>
            </a:prstGeom>
            <a:noFill/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</p:grpSp>
      <p:sp>
        <p:nvSpPr>
          <p:cNvPr id="193" name="PlaceHolder 1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ru-RU" sz="1200" strike="noStrike" u="none">
              <a:solidFill>
                <a:schemeClr val="dk1">
                  <a:tint val="75000"/>
                </a:schemeClr>
              </a:solidFill>
              <a:uFillTx/>
              <a:latin typeface="SamsungOne 450C"/>
              <a:ea typeface="Arial"/>
            </a:endParaRPr>
          </a:p>
        </p:txBody>
      </p:sp>
      <p:sp>
        <p:nvSpPr>
          <p:cNvPr id="194" name=""/>
          <p:cNvSpPr/>
          <p:nvPr/>
        </p:nvSpPr>
        <p:spPr>
          <a:xfrm>
            <a:off x="838080" y="1166760"/>
            <a:ext cx="8258760" cy="365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ctr">
            <a:spAutoFit/>
          </a:bodyPr>
          <a:p>
            <a:pPr defTabSz="914400">
              <a:lnSpc>
                <a:spcPct val="100000"/>
              </a:lnSpc>
            </a:pPr>
            <a:r>
              <a:rPr b="0" lang="ru-RU" sz="2600" strike="noStrike" u="none">
                <a:solidFill>
                  <a:schemeClr val="dk1"/>
                </a:solidFill>
                <a:uFillTx/>
                <a:latin typeface="Candara"/>
                <a:ea typeface="Candara"/>
              </a:rPr>
              <a:t>Давным-давно в далёкой-далёкой галактике, Гордон Эдванс во время исследовательской миссии отдалённой части Вселенной потерял связь с центром управления. Неожиданно приборы вышли из строя, капитан потерял управление - ему пришлось совершить аварийную посадку на ближайшей планете, системы жизнеобеспечения и ему остаётся надеяться только на своих коллег с Земли. Но кажется, что на планете есть кто-то ещё...</a:t>
            </a:r>
            <a:endParaRPr b="0" lang="ru-RU" sz="26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title"/>
          </p:nvPr>
        </p:nvSpPr>
        <p:spPr>
          <a:xfrm>
            <a:off x="838080" y="365040"/>
            <a:ext cx="9257400" cy="69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ru-RU" sz="6000" strike="noStrike" u="none">
                <a:solidFill>
                  <a:schemeClr val="dk1"/>
                </a:solidFill>
                <a:uFillTx/>
                <a:latin typeface="Bahnschrift"/>
                <a:ea typeface="Bahnschrift"/>
              </a:rPr>
              <a:t>Описание игры</a:t>
            </a:r>
            <a:endParaRPr b="0" lang="ru-RU" sz="6000" strike="noStrike" u="none">
              <a:solidFill>
                <a:schemeClr val="dk1"/>
              </a:solidFill>
              <a:uFillTx/>
              <a:latin typeface="SamsungOne 450C"/>
            </a:endParaRPr>
          </a:p>
        </p:txBody>
      </p:sp>
      <p:sp>
        <p:nvSpPr>
          <p:cNvPr id="196" name=""/>
          <p:cNvSpPr/>
          <p:nvPr/>
        </p:nvSpPr>
        <p:spPr>
          <a:xfrm>
            <a:off x="1080720" y="5167440"/>
            <a:ext cx="1003032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3600" strike="noStrike" u="none">
                <a:solidFill>
                  <a:schemeClr val="dk1"/>
                </a:solidFill>
                <a:uFillTx/>
                <a:latin typeface="Candara"/>
                <a:ea typeface="Candara"/>
              </a:rPr>
              <a:t>Вас ждёт 3D шутер от первого лица,</a:t>
            </a:r>
            <a:endParaRPr b="0" lang="ru-RU" sz="36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ru-RU" sz="3600" strike="noStrike" u="none">
                <a:solidFill>
                  <a:schemeClr val="dk1"/>
                </a:solidFill>
                <a:uFillTx/>
                <a:latin typeface="Candara"/>
                <a:ea typeface="Candara"/>
              </a:rPr>
              <a:t> </a:t>
            </a:r>
            <a:r>
              <a:rPr b="0" lang="ru-RU" sz="3600" strike="noStrike" u="none">
                <a:solidFill>
                  <a:schemeClr val="dk1"/>
                </a:solidFill>
                <a:uFillTx/>
                <a:latin typeface="Candara"/>
                <a:ea typeface="Candara"/>
              </a:rPr>
              <a:t>где главная задача - выжить.</a:t>
            </a:r>
            <a:endParaRPr b="0" lang="ru-RU" sz="36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p:transition spd="med">
    <p:wipe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7" name="Группа 20"/>
          <p:cNvGrpSpPr/>
          <p:nvPr/>
        </p:nvGrpSpPr>
        <p:grpSpPr>
          <a:xfrm>
            <a:off x="10451520" y="3983400"/>
            <a:ext cx="130320" cy="562680"/>
            <a:chOff x="10451520" y="3983400"/>
            <a:chExt cx="130320" cy="562680"/>
          </a:xfrm>
        </p:grpSpPr>
        <p:sp>
          <p:nvSpPr>
            <p:cNvPr id="198" name="Овал 21"/>
            <p:cNvSpPr/>
            <p:nvPr/>
          </p:nvSpPr>
          <p:spPr>
            <a:xfrm>
              <a:off x="10451520" y="3983400"/>
              <a:ext cx="130320" cy="130320"/>
            </a:xfrm>
            <a:prstGeom prst="ellipse">
              <a:avLst/>
            </a:prstGeom>
            <a:noFill/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199" name="Овал 22"/>
            <p:cNvSpPr/>
            <p:nvPr/>
          </p:nvSpPr>
          <p:spPr>
            <a:xfrm>
              <a:off x="10451520" y="4208760"/>
              <a:ext cx="130320" cy="130320"/>
            </a:xfrm>
            <a:prstGeom prst="ellipse">
              <a:avLst/>
            </a:prstGeom>
            <a:noFill/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200" name="Овал 23"/>
            <p:cNvSpPr/>
            <p:nvPr/>
          </p:nvSpPr>
          <p:spPr>
            <a:xfrm>
              <a:off x="10451520" y="4415760"/>
              <a:ext cx="130320" cy="130320"/>
            </a:xfrm>
            <a:prstGeom prst="ellipse">
              <a:avLst/>
            </a:prstGeom>
            <a:noFill/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</p:grpSp>
      <p:sp>
        <p:nvSpPr>
          <p:cNvPr id="201" name="PlaceHolder 1"/>
          <p:cNvSpPr>
            <a:spLocks noGrp="1"/>
          </p:cNvSpPr>
          <p:nvPr>
            <p:ph type="sldNum" idx="3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ru-RU" sz="1200" strike="noStrike" u="none">
              <a:solidFill>
                <a:schemeClr val="dk1">
                  <a:tint val="75000"/>
                </a:schemeClr>
              </a:solidFill>
              <a:uFillTx/>
              <a:latin typeface="SamsungOne 450C"/>
              <a:ea typeface="Arial"/>
            </a:endParaRPr>
          </a:p>
        </p:txBody>
      </p:sp>
      <p:pic>
        <p:nvPicPr>
          <p:cNvPr id="202" name="" descr=""/>
          <p:cNvPicPr/>
          <p:nvPr/>
        </p:nvPicPr>
        <p:blipFill>
          <a:blip r:embed="rId1"/>
          <a:srcRect l="5577" t="0" r="0" b="0"/>
          <a:stretch/>
        </p:blipFill>
        <p:spPr>
          <a:xfrm>
            <a:off x="-217800" y="290880"/>
            <a:ext cx="6117480" cy="299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3" name="" descr=""/>
          <p:cNvPicPr/>
          <p:nvPr/>
        </p:nvPicPr>
        <p:blipFill>
          <a:blip r:embed="rId2"/>
          <a:srcRect l="3886" t="0" r="0" b="0"/>
          <a:stretch/>
        </p:blipFill>
        <p:spPr>
          <a:xfrm>
            <a:off x="6595920" y="1099080"/>
            <a:ext cx="6282720" cy="3017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4" name="" descr=""/>
          <p:cNvPicPr/>
          <p:nvPr/>
        </p:nvPicPr>
        <p:blipFill>
          <a:blip r:embed="rId3"/>
          <a:srcRect l="3779" t="0" r="0" b="0"/>
          <a:stretch/>
        </p:blipFill>
        <p:spPr>
          <a:xfrm>
            <a:off x="826200" y="3768840"/>
            <a:ext cx="6648840" cy="3190320"/>
          </a:xfrm>
          <a:prstGeom prst="rect">
            <a:avLst/>
          </a:prstGeom>
          <a:noFill/>
          <a:ln w="0">
            <a:noFill/>
          </a:ln>
        </p:spPr>
      </p:pic>
    </p:spTree>
  </p:cSld>
  <p:transition spd="med">
    <p:wipe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5" name="Группа 20"/>
          <p:cNvGrpSpPr/>
          <p:nvPr/>
        </p:nvGrpSpPr>
        <p:grpSpPr>
          <a:xfrm>
            <a:off x="10451520" y="3983400"/>
            <a:ext cx="130320" cy="562680"/>
            <a:chOff x="10451520" y="3983400"/>
            <a:chExt cx="130320" cy="562680"/>
          </a:xfrm>
        </p:grpSpPr>
        <p:sp>
          <p:nvSpPr>
            <p:cNvPr id="206" name="Овал 21"/>
            <p:cNvSpPr/>
            <p:nvPr/>
          </p:nvSpPr>
          <p:spPr>
            <a:xfrm>
              <a:off x="10451520" y="3983400"/>
              <a:ext cx="130320" cy="130320"/>
            </a:xfrm>
            <a:prstGeom prst="ellipse">
              <a:avLst/>
            </a:prstGeom>
            <a:noFill/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207" name="Овал 22"/>
            <p:cNvSpPr/>
            <p:nvPr/>
          </p:nvSpPr>
          <p:spPr>
            <a:xfrm>
              <a:off x="10451520" y="4208760"/>
              <a:ext cx="130320" cy="130320"/>
            </a:xfrm>
            <a:prstGeom prst="ellipse">
              <a:avLst/>
            </a:prstGeom>
            <a:noFill/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208" name="Овал 23"/>
            <p:cNvSpPr/>
            <p:nvPr/>
          </p:nvSpPr>
          <p:spPr>
            <a:xfrm>
              <a:off x="10451520" y="4415760"/>
              <a:ext cx="130320" cy="130320"/>
            </a:xfrm>
            <a:prstGeom prst="ellipse">
              <a:avLst/>
            </a:prstGeom>
            <a:noFill/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</p:grpSp>
      <p:sp>
        <p:nvSpPr>
          <p:cNvPr id="209" name="PlaceHolder 1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ru-RU" sz="1200" strike="noStrike" u="none">
              <a:solidFill>
                <a:schemeClr val="dk1">
                  <a:tint val="75000"/>
                </a:schemeClr>
              </a:solidFill>
              <a:uFillTx/>
              <a:latin typeface="SamsungOne 450C"/>
              <a:ea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 type="title"/>
          </p:nvPr>
        </p:nvSpPr>
        <p:spPr>
          <a:xfrm>
            <a:off x="838080" y="365040"/>
            <a:ext cx="9257400" cy="69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ru-RU" sz="6000" strike="noStrike" u="none">
                <a:solidFill>
                  <a:schemeClr val="dk1"/>
                </a:solidFill>
                <a:uFillTx/>
                <a:latin typeface="Bahnschrift"/>
                <a:ea typeface="Bahnschrift"/>
              </a:rPr>
              <a:t>Как сделано?</a:t>
            </a:r>
            <a:endParaRPr b="0" lang="ru-RU" sz="6000" strike="noStrike" u="none">
              <a:solidFill>
                <a:schemeClr val="dk1"/>
              </a:solidFill>
              <a:uFillTx/>
              <a:latin typeface="SamsungOne 450C"/>
            </a:endParaRPr>
          </a:p>
        </p:txBody>
      </p:sp>
      <p:sp>
        <p:nvSpPr>
          <p:cNvPr id="211" name=""/>
          <p:cNvSpPr/>
          <p:nvPr/>
        </p:nvSpPr>
        <p:spPr>
          <a:xfrm>
            <a:off x="991080" y="1813320"/>
            <a:ext cx="1027908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marL="284040" indent="-284040" defTabSz="914400">
              <a:lnSpc>
                <a:spcPct val="100000"/>
              </a:lnSpc>
              <a:buClr>
                <a:srgbClr val="ffffff"/>
              </a:buClr>
              <a:buFont typeface="Arial"/>
              <a:buChar char="•"/>
            </a:pPr>
            <a:r>
              <a:rPr b="0" lang="ru-RU" sz="3600" strike="noStrike" u="none">
                <a:solidFill>
                  <a:schemeClr val="dk1"/>
                </a:solidFill>
                <a:uFillTx/>
                <a:latin typeface="Candara"/>
                <a:ea typeface="Candara"/>
              </a:rPr>
              <a:t>3D-графика и физика реализованы с помощью библиотеки Bullet</a:t>
            </a:r>
            <a:endParaRPr b="0" lang="ru-RU" sz="36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284040" indent="-284040" defTabSz="914400">
              <a:lnSpc>
                <a:spcPct val="100000"/>
              </a:lnSpc>
              <a:buClr>
                <a:srgbClr val="ffffff"/>
              </a:buClr>
              <a:buFont typeface="Arial"/>
              <a:buChar char="•"/>
            </a:pPr>
            <a:r>
              <a:rPr b="0" lang="ru-RU" sz="3600" strike="noStrike" u="none">
                <a:solidFill>
                  <a:schemeClr val="dk1"/>
                </a:solidFill>
                <a:uFillTx/>
                <a:latin typeface="Candara"/>
                <a:ea typeface="Candara"/>
              </a:rPr>
              <a:t> </a:t>
            </a:r>
            <a:r>
              <a:rPr b="0" lang="ru-RU" sz="3600" strike="noStrike" u="none">
                <a:solidFill>
                  <a:schemeClr val="dk1"/>
                </a:solidFill>
                <a:uFillTx/>
                <a:latin typeface="Candara"/>
                <a:ea typeface="Candara"/>
              </a:rPr>
              <a:t>Для управления объектами использована библиотека Ashley</a:t>
            </a:r>
            <a:endParaRPr b="0" lang="ru-RU" sz="36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284040" indent="-284040" defTabSz="914400">
              <a:lnSpc>
                <a:spcPct val="100000"/>
              </a:lnSpc>
              <a:buClr>
                <a:srgbClr val="ffffff"/>
              </a:buClr>
              <a:buFont typeface="Arial"/>
              <a:buChar char="•"/>
            </a:pPr>
            <a:r>
              <a:rPr b="0" lang="ru-RU" sz="3600" strike="noStrike" u="none">
                <a:solidFill>
                  <a:schemeClr val="dk1"/>
                </a:solidFill>
                <a:uFillTx/>
                <a:latin typeface="Candara"/>
                <a:ea typeface="Candara"/>
              </a:rPr>
              <a:t>3D-модели созданы в ПО Blender 3D</a:t>
            </a:r>
            <a:endParaRPr b="0" lang="ru-RU" sz="36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284040" indent="-284040" defTabSz="914400">
              <a:lnSpc>
                <a:spcPct val="100000"/>
              </a:lnSpc>
              <a:buClr>
                <a:srgbClr val="ffffff"/>
              </a:buClr>
              <a:buFont typeface="Arial"/>
              <a:buChar char="•"/>
            </a:pPr>
            <a:r>
              <a:rPr b="0" lang="ru-RU" sz="3600" strike="noStrike" u="none">
                <a:solidFill>
                  <a:schemeClr val="dk1"/>
                </a:solidFill>
                <a:uFillTx/>
                <a:latin typeface="Candara"/>
                <a:ea typeface="Candara"/>
              </a:rPr>
              <a:t>Мультиплеер с помощью KryoNet</a:t>
            </a:r>
            <a:endParaRPr b="0" lang="ru-RU" sz="36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p:transition spd="med">
    <p:wipe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2" name="Группа 20"/>
          <p:cNvGrpSpPr/>
          <p:nvPr/>
        </p:nvGrpSpPr>
        <p:grpSpPr>
          <a:xfrm>
            <a:off x="10451520" y="3983400"/>
            <a:ext cx="130320" cy="562680"/>
            <a:chOff x="10451520" y="3983400"/>
            <a:chExt cx="130320" cy="562680"/>
          </a:xfrm>
        </p:grpSpPr>
        <p:sp>
          <p:nvSpPr>
            <p:cNvPr id="213" name="Овал 21"/>
            <p:cNvSpPr/>
            <p:nvPr/>
          </p:nvSpPr>
          <p:spPr>
            <a:xfrm>
              <a:off x="10451520" y="3983400"/>
              <a:ext cx="130320" cy="130320"/>
            </a:xfrm>
            <a:prstGeom prst="ellipse">
              <a:avLst/>
            </a:prstGeom>
            <a:noFill/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214" name="Овал 22"/>
            <p:cNvSpPr/>
            <p:nvPr/>
          </p:nvSpPr>
          <p:spPr>
            <a:xfrm>
              <a:off x="10451520" y="4208760"/>
              <a:ext cx="130320" cy="130320"/>
            </a:xfrm>
            <a:prstGeom prst="ellipse">
              <a:avLst/>
            </a:prstGeom>
            <a:noFill/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  <p:sp>
          <p:nvSpPr>
            <p:cNvPr id="215" name="Овал 23"/>
            <p:cNvSpPr/>
            <p:nvPr/>
          </p:nvSpPr>
          <p:spPr>
            <a:xfrm>
              <a:off x="10451520" y="4415760"/>
              <a:ext cx="130320" cy="130320"/>
            </a:xfrm>
            <a:prstGeom prst="ellipse">
              <a:avLst/>
            </a:prstGeom>
            <a:noFill/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uFillTx/>
                <a:latin typeface="SamsungOne 450C"/>
                <a:ea typeface="Arial"/>
              </a:endParaRPr>
            </a:p>
          </p:txBody>
        </p:sp>
      </p:grpSp>
      <p:sp>
        <p:nvSpPr>
          <p:cNvPr id="216" name="PlaceHolder 1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ru-RU" sz="1200" strike="noStrike" u="none">
              <a:solidFill>
                <a:schemeClr val="dk1">
                  <a:tint val="75000"/>
                </a:schemeClr>
              </a:solidFill>
              <a:uFillTx/>
              <a:latin typeface="SamsungOne 450C"/>
              <a:ea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 type="title"/>
          </p:nvPr>
        </p:nvSpPr>
        <p:spPr>
          <a:xfrm>
            <a:off x="838080" y="365040"/>
            <a:ext cx="9257400" cy="69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ru-RU" sz="6000" strike="noStrike" u="none">
                <a:solidFill>
                  <a:schemeClr val="dk1"/>
                </a:solidFill>
                <a:uFillTx/>
                <a:latin typeface="Bahnschrift"/>
                <a:ea typeface="Bahnschrift"/>
              </a:rPr>
              <a:t>Перспективы развития</a:t>
            </a:r>
            <a:endParaRPr b="0" lang="ru-RU" sz="6000" strike="noStrike" u="none">
              <a:solidFill>
                <a:schemeClr val="dk1"/>
              </a:solidFill>
              <a:uFillTx/>
              <a:latin typeface="SamsungOne 450C"/>
            </a:endParaRPr>
          </a:p>
        </p:txBody>
      </p:sp>
      <p:sp>
        <p:nvSpPr>
          <p:cNvPr id="218" name=""/>
          <p:cNvSpPr/>
          <p:nvPr/>
        </p:nvSpPr>
        <p:spPr>
          <a:xfrm>
            <a:off x="915840" y="1737360"/>
            <a:ext cx="999396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3600" strike="noStrike" u="none">
                <a:solidFill>
                  <a:schemeClr val="dk1"/>
                </a:solidFill>
                <a:uFillTx/>
                <a:latin typeface="Candara"/>
                <a:ea typeface="Candara"/>
              </a:rPr>
              <a:t>В будущем мы планируем развить сюжет игры, добавить новых монстров, разные виды оружия и новые механики. Всё это возможно благодаря грамотному созданию объектов на основе компонентов библиотеки Ashley, что позволит без проблем расширять границы игрового мира.</a:t>
            </a:r>
            <a:endParaRPr b="0" lang="ru-RU" sz="36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p:transition spd="med">
    <p:wipe dir="r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sldNum" idx="3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ru-RU" sz="1200" strike="noStrike" u="none">
              <a:solidFill>
                <a:schemeClr val="dk1">
                  <a:tint val="75000"/>
                </a:schemeClr>
              </a:solidFill>
              <a:uFillTx/>
              <a:latin typeface="SamsungOne 450C"/>
              <a:ea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 type="title"/>
          </p:nvPr>
        </p:nvSpPr>
        <p:spPr>
          <a:xfrm>
            <a:off x="838080" y="365040"/>
            <a:ext cx="9257400" cy="69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ru-RU" sz="6000" strike="noStrike" u="none">
                <a:solidFill>
                  <a:schemeClr val="dk1"/>
                </a:solidFill>
                <a:uFillTx/>
                <a:latin typeface="Bahnschrift"/>
                <a:ea typeface="Bahnschrift"/>
              </a:rPr>
              <a:t>Итоги</a:t>
            </a:r>
            <a:endParaRPr b="0" lang="ru-RU" sz="6000" strike="noStrike" u="none">
              <a:solidFill>
                <a:schemeClr val="dk1"/>
              </a:solidFill>
              <a:uFillTx/>
              <a:latin typeface="SamsungOne 450C"/>
            </a:endParaRPr>
          </a:p>
        </p:txBody>
      </p:sp>
      <p:sp>
        <p:nvSpPr>
          <p:cNvPr id="221" name=""/>
          <p:cNvSpPr/>
          <p:nvPr/>
        </p:nvSpPr>
        <p:spPr>
          <a:xfrm>
            <a:off x="1098720" y="1370880"/>
            <a:ext cx="10288800" cy="496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3200" strike="noStrike" u="none">
                <a:solidFill>
                  <a:schemeClr val="dk1"/>
                </a:solidFill>
                <a:uFillTx/>
                <a:latin typeface="Candara"/>
                <a:ea typeface="Arial"/>
              </a:rPr>
              <a:t>Мы создали игру с поддержкой мультиплеера, на примере которой разобрали принципы разработки 3D игры на libGDX. В процессе создания мы сталкивались с проблемой дефицита информации о таком способе разработки. Теперь люди, которые хотят создать нечто подобное, могут воспользоваться исходным кодом игры для реализации собственного проекта.</a:t>
            </a:r>
            <a:endParaRPr b="0" lang="ru-RU" sz="32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ru-RU" sz="32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ru-RU" sz="3200" strike="noStrike" u="none">
                <a:solidFill>
                  <a:schemeClr val="dk1"/>
                </a:solidFill>
                <a:uFillTx/>
                <a:latin typeface="Candara"/>
                <a:ea typeface="Arial"/>
              </a:rPr>
              <a:t>Это не конец - игра может развиваться, меняться и дополняться. </a:t>
            </a:r>
            <a:endParaRPr b="0" lang="ru-RU" sz="3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p:transition spd="med">
    <p:wipe dir="r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/>
          </p:cNvSpPr>
          <p:nvPr>
            <p:ph type="dt" idx="35"/>
          </p:nvPr>
        </p:nvSpPr>
        <p:spPr>
          <a:xfrm>
            <a:off x="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SamsungOne 450C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E1EF293-8E93-4E1B-8978-301559A1B133}" type="datetime1">
              <a:rPr b="0" lang="ru-RU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SamsungOne 450C"/>
                <a:ea typeface="Arial"/>
              </a:rPr>
              <a:t>11.06.2025</a:t>
            </a:fld>
            <a:endParaRPr b="0" lang="ru-RU" sz="12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223" name="PlaceHolder 2"/>
          <p:cNvSpPr>
            <a:spLocks noGrp="1"/>
          </p:cNvSpPr>
          <p:nvPr>
            <p:ph type="sldNum" idx="36"/>
          </p:nvPr>
        </p:nvSpPr>
        <p:spPr>
          <a:xfrm>
            <a:off x="944892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SamsungOne 450C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7F80516-BBD4-49A1-A851-8428F71CB11B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SamsungOne 450C"/>
                <a:ea typeface="Arial"/>
              </a:rPr>
              <a:t>&lt;номер&gt;</a:t>
            </a:fld>
            <a:endParaRPr b="0" lang="ru-RU" sz="12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pic>
        <p:nvPicPr>
          <p:cNvPr id="224" name="Рисунок 4" descr=""/>
          <p:cNvPicPr/>
          <p:nvPr/>
        </p:nvPicPr>
        <p:blipFill>
          <a:blip r:embed="rId1"/>
          <a:stretch/>
        </p:blipFill>
        <p:spPr>
          <a:xfrm>
            <a:off x="4856040" y="3239280"/>
            <a:ext cx="2479320" cy="379080"/>
          </a:xfrm>
          <a:prstGeom prst="rect">
            <a:avLst/>
          </a:prstGeom>
          <a:noFill/>
          <a:ln w="0">
            <a:noFill/>
          </a:ln>
        </p:spPr>
      </p:pic>
    </p:spTree>
  </p:cSld>
  <p:transition spd="med">
    <p:wipe dir="r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"/>
          <p:cNvSpPr/>
          <p:nvPr/>
        </p:nvSpPr>
        <p:spPr>
          <a:xfrm>
            <a:off x="636840" y="2166480"/>
            <a:ext cx="1009296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2600" strike="noStrike" u="none">
                <a:solidFill>
                  <a:schemeClr val="dk1"/>
                </a:solidFill>
                <a:uFillTx/>
                <a:latin typeface="Candara"/>
                <a:ea typeface="Candara"/>
              </a:rPr>
              <a:t>RuStore: https://www.rustore.ru/catalog/app/com.deeep.spaceglad</a:t>
            </a:r>
            <a:endParaRPr b="0" lang="ru-RU" sz="26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amsung IT School">
  <a:themeElements>
    <a:clrScheme name="Другая 1">
      <a:dk1>
        <a:srgbClr val="ffffff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e7e6e6"/>
      </a:hlink>
      <a:folHlink>
        <a:srgbClr val="954f72"/>
      </a:folHlink>
    </a:clrScheme>
    <a:fontScheme name="Samsung Fonts">
      <a:majorFont>
        <a:latin typeface="SamsungOne 800C" pitchFamily="0" charset="1"/>
        <a:ea typeface="Arial" pitchFamily="0" charset="1"/>
        <a:cs typeface="Arial" pitchFamily="0" charset="1"/>
      </a:majorFont>
      <a:minorFont>
        <a:latin typeface="SamsungOne 450C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amsung IT School">
  <a:themeElements>
    <a:clrScheme name="Другая 1">
      <a:dk1>
        <a:srgbClr val="ffffff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e7e6e6"/>
      </a:hlink>
      <a:folHlink>
        <a:srgbClr val="954f72"/>
      </a:folHlink>
    </a:clrScheme>
    <a:fontScheme name="Samsung Fonts">
      <a:majorFont>
        <a:latin typeface="SamsungOne 800C" pitchFamily="0" charset="1"/>
        <a:ea typeface="Arial" pitchFamily="0" charset="1"/>
        <a:cs typeface="Arial" pitchFamily="0" charset="1"/>
      </a:majorFont>
      <a:minorFont>
        <a:latin typeface="SamsungOne 450C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amsung IT School">
  <a:themeElements>
    <a:clrScheme name="Другая 1">
      <a:dk1>
        <a:srgbClr val="ffffff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e7e6e6"/>
      </a:hlink>
      <a:folHlink>
        <a:srgbClr val="954f72"/>
      </a:folHlink>
    </a:clrScheme>
    <a:fontScheme name="Samsung Fonts">
      <a:majorFont>
        <a:latin typeface="SamsungOne 800C" pitchFamily="0" charset="1"/>
        <a:ea typeface="Arial" pitchFamily="0" charset="1"/>
        <a:cs typeface="Arial" pitchFamily="0" charset="1"/>
      </a:majorFont>
      <a:minorFont>
        <a:latin typeface="SamsungOne 450C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amsung IT School">
  <a:themeElements>
    <a:clrScheme name="Другая 1">
      <a:dk1>
        <a:srgbClr val="ffffff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e7e6e6"/>
      </a:hlink>
      <a:folHlink>
        <a:srgbClr val="954f72"/>
      </a:folHlink>
    </a:clrScheme>
    <a:fontScheme name="Samsung Fonts">
      <a:majorFont>
        <a:latin typeface="SamsungOne 800C" pitchFamily="0" charset="1"/>
        <a:ea typeface="Arial" pitchFamily="0" charset="1"/>
        <a:cs typeface="Arial" pitchFamily="0" charset="1"/>
      </a:majorFont>
      <a:minorFont>
        <a:latin typeface="SamsungOne 450C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Samsung IT School">
  <a:themeElements>
    <a:clrScheme name="Другая 1">
      <a:dk1>
        <a:srgbClr val="ffffff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e7e6e6"/>
      </a:hlink>
      <a:folHlink>
        <a:srgbClr val="954f72"/>
      </a:folHlink>
    </a:clrScheme>
    <a:fontScheme name="Samsung Fonts">
      <a:majorFont>
        <a:latin typeface="SamsungOne 800C" pitchFamily="0" charset="1"/>
        <a:ea typeface="Arial" pitchFamily="0" charset="1"/>
        <a:cs typeface="Arial" pitchFamily="0" charset="1"/>
      </a:majorFont>
      <a:minorFont>
        <a:latin typeface="SamsungOne 450C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Samsung IT School White">
  <a:themeElements>
    <a:clrScheme name="Другая 1">
      <a:dk1>
        <a:srgbClr val="ffffff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e7e6e6"/>
      </a:hlink>
      <a:folHlink>
        <a:srgbClr val="954f72"/>
      </a:folHlink>
    </a:clrScheme>
    <a:fontScheme name="Samsung Fonts">
      <a:majorFont>
        <a:latin typeface="SamsungOne 800C" pitchFamily="0" charset="1"/>
        <a:ea typeface="Arial" pitchFamily="0" charset="1"/>
        <a:cs typeface="Arial" pitchFamily="0" charset="1"/>
      </a:majorFont>
      <a:minorFont>
        <a:latin typeface="SamsungOne 450C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Samsung IT School White">
  <a:themeElements>
    <a:clrScheme name="Другая 1">
      <a:dk1>
        <a:srgbClr val="ffffff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e7e6e6"/>
      </a:hlink>
      <a:folHlink>
        <a:srgbClr val="954f72"/>
      </a:folHlink>
    </a:clrScheme>
    <a:fontScheme name="Samsung Fonts">
      <a:majorFont>
        <a:latin typeface="SamsungOne 800C" pitchFamily="0" charset="1"/>
        <a:ea typeface="Arial" pitchFamily="0" charset="1"/>
        <a:cs typeface="Arial" pitchFamily="0" charset="1"/>
      </a:majorFont>
      <a:minorFont>
        <a:latin typeface="SamsungOne 450C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Samsung IT School White">
  <a:themeElements>
    <a:clrScheme name="Другая 1">
      <a:dk1>
        <a:srgbClr val="ffffff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e7e6e6"/>
      </a:hlink>
      <a:folHlink>
        <a:srgbClr val="954f72"/>
      </a:folHlink>
    </a:clrScheme>
    <a:fontScheme name="Samsung Fonts">
      <a:majorFont>
        <a:latin typeface="SamsungOne 800C" pitchFamily="0" charset="1"/>
        <a:ea typeface="Arial" pitchFamily="0" charset="1"/>
        <a:cs typeface="Arial" pitchFamily="0" charset="1"/>
      </a:majorFont>
      <a:minorFont>
        <a:latin typeface="SamsungOne 450C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Samsung IT School White">
  <a:themeElements>
    <a:clrScheme name="Другая 1">
      <a:dk1>
        <a:srgbClr val="ffffff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e7e6e6"/>
      </a:hlink>
      <a:folHlink>
        <a:srgbClr val="954f72"/>
      </a:folHlink>
    </a:clrScheme>
    <a:fontScheme name="Samsung Fonts">
      <a:majorFont>
        <a:latin typeface="SamsungOne 800C" pitchFamily="0" charset="1"/>
        <a:ea typeface="Arial" pitchFamily="0" charset="1"/>
        <a:cs typeface="Arial" pitchFamily="0" charset="1"/>
      </a:majorFont>
      <a:minorFont>
        <a:latin typeface="SamsungOne 450C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Samsung IT School White">
  <a:themeElements>
    <a:clrScheme name="Другая 1">
      <a:dk1>
        <a:srgbClr val="ffffff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e7e6e6"/>
      </a:hlink>
      <a:folHlink>
        <a:srgbClr val="954f72"/>
      </a:folHlink>
    </a:clrScheme>
    <a:fontScheme name="Samsung Fonts">
      <a:majorFont>
        <a:latin typeface="SamsungOne 800C" pitchFamily="0" charset="1"/>
        <a:ea typeface="Arial" pitchFamily="0" charset="1"/>
        <a:cs typeface="Arial" pitchFamily="0" charset="1"/>
      </a:majorFont>
      <a:minorFont>
        <a:latin typeface="SamsungOne 450C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Samsung IT School En">
  <a:themeElements>
    <a:clrScheme name="Другая 11">
      <a:dk1>
        <a:srgbClr val="ffffff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fc000"/>
      </a:hlink>
      <a:folHlink>
        <a:srgbClr val="ffc000"/>
      </a:folHlink>
    </a:clrScheme>
    <a:fontScheme name="Samsung Fonts">
      <a:majorFont>
        <a:latin typeface="SamsungOne 800C" pitchFamily="0" charset="1"/>
        <a:ea typeface="Arial" pitchFamily="0" charset="1"/>
        <a:cs typeface="Arial" pitchFamily="0" charset="1"/>
      </a:majorFont>
      <a:minorFont>
        <a:latin typeface="SamsungOne 450C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Samsung IT School En">
  <a:themeElements>
    <a:clrScheme name="Другая 11">
      <a:dk1>
        <a:srgbClr val="ffffff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fc000"/>
      </a:hlink>
      <a:folHlink>
        <a:srgbClr val="ffc000"/>
      </a:folHlink>
    </a:clrScheme>
    <a:fontScheme name="Samsung Fonts">
      <a:majorFont>
        <a:latin typeface="SamsungOne 800C" pitchFamily="0" charset="1"/>
        <a:ea typeface="Arial" pitchFamily="0" charset="1"/>
        <a:cs typeface="Arial" pitchFamily="0" charset="1"/>
      </a:majorFont>
      <a:minorFont>
        <a:latin typeface="SamsungOne 450C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Samsung IT School En">
  <a:themeElements>
    <a:clrScheme name="Другая 11">
      <a:dk1>
        <a:srgbClr val="ffffff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fc000"/>
      </a:hlink>
      <a:folHlink>
        <a:srgbClr val="ffc000"/>
      </a:folHlink>
    </a:clrScheme>
    <a:fontScheme name="Samsung Fonts">
      <a:majorFont>
        <a:latin typeface="SamsungOne 800C" pitchFamily="0" charset="1"/>
        <a:ea typeface="Arial" pitchFamily="0" charset="1"/>
        <a:cs typeface="Arial" pitchFamily="0" charset="1"/>
      </a:majorFont>
      <a:minorFont>
        <a:latin typeface="SamsungOne 450C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Samsung IT School En">
  <a:themeElements>
    <a:clrScheme name="Другая 11">
      <a:dk1>
        <a:srgbClr val="ffffff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fc000"/>
      </a:hlink>
      <a:folHlink>
        <a:srgbClr val="ffc000"/>
      </a:folHlink>
    </a:clrScheme>
    <a:fontScheme name="Samsung Fonts">
      <a:majorFont>
        <a:latin typeface="SamsungOne 800C" pitchFamily="0" charset="1"/>
        <a:ea typeface="Arial" pitchFamily="0" charset="1"/>
        <a:cs typeface="Arial" pitchFamily="0" charset="1"/>
      </a:majorFont>
      <a:minorFont>
        <a:latin typeface="SamsungOne 450C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Samsung IT School En">
  <a:themeElements>
    <a:clrScheme name="Другая 11">
      <a:dk1>
        <a:srgbClr val="ffffff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fc000"/>
      </a:hlink>
      <a:folHlink>
        <a:srgbClr val="ffc000"/>
      </a:folHlink>
    </a:clrScheme>
    <a:fontScheme name="Samsung Fonts">
      <a:majorFont>
        <a:latin typeface="SamsungOne 800C" pitchFamily="0" charset="1"/>
        <a:ea typeface="Arial" pitchFamily="0" charset="1"/>
        <a:cs typeface="Arial" pitchFamily="0" charset="1"/>
      </a:majorFont>
      <a:minorFont>
        <a:latin typeface="SamsungOne 450C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Samsung IT School White En">
  <a:themeElements>
    <a:clrScheme name="Другая 1">
      <a:dk1>
        <a:srgbClr val="ffffff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e7e6e6"/>
      </a:hlink>
      <a:folHlink>
        <a:srgbClr val="954f72"/>
      </a:folHlink>
    </a:clrScheme>
    <a:fontScheme name="Samsung Fonts">
      <a:majorFont>
        <a:latin typeface="SamsungOne 800C" pitchFamily="0" charset="1"/>
        <a:ea typeface="Arial" pitchFamily="0" charset="1"/>
        <a:cs typeface="Arial" pitchFamily="0" charset="1"/>
      </a:majorFont>
      <a:minorFont>
        <a:latin typeface="SamsungOne 450C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Samsung IT School White En">
  <a:themeElements>
    <a:clrScheme name="Другая 1">
      <a:dk1>
        <a:srgbClr val="ffffff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e7e6e6"/>
      </a:hlink>
      <a:folHlink>
        <a:srgbClr val="954f72"/>
      </a:folHlink>
    </a:clrScheme>
    <a:fontScheme name="Samsung Fonts">
      <a:majorFont>
        <a:latin typeface="SamsungOne 800C" pitchFamily="0" charset="1"/>
        <a:ea typeface="Arial" pitchFamily="0" charset="1"/>
        <a:cs typeface="Arial" pitchFamily="0" charset="1"/>
      </a:majorFont>
      <a:minorFont>
        <a:latin typeface="SamsungOne 450C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Samsung IT School White En">
  <a:themeElements>
    <a:clrScheme name="Другая 1">
      <a:dk1>
        <a:srgbClr val="ffffff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e7e6e6"/>
      </a:hlink>
      <a:folHlink>
        <a:srgbClr val="954f72"/>
      </a:folHlink>
    </a:clrScheme>
    <a:fontScheme name="Samsung Fonts">
      <a:majorFont>
        <a:latin typeface="SamsungOne 800C" pitchFamily="0" charset="1"/>
        <a:ea typeface="Arial" pitchFamily="0" charset="1"/>
        <a:cs typeface="Arial" pitchFamily="0" charset="1"/>
      </a:majorFont>
      <a:minorFont>
        <a:latin typeface="SamsungOne 450C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Samsung IT School White En">
  <a:themeElements>
    <a:clrScheme name="Другая 1">
      <a:dk1>
        <a:srgbClr val="ffffff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e7e6e6"/>
      </a:hlink>
      <a:folHlink>
        <a:srgbClr val="954f72"/>
      </a:folHlink>
    </a:clrScheme>
    <a:fontScheme name="Samsung Fonts">
      <a:majorFont>
        <a:latin typeface="SamsungOne 800C" pitchFamily="0" charset="1"/>
        <a:ea typeface="Arial" pitchFamily="0" charset="1"/>
        <a:cs typeface="Arial" pitchFamily="0" charset="1"/>
      </a:majorFont>
      <a:minorFont>
        <a:latin typeface="SamsungOne 450C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Samsung IT School White En">
  <a:themeElements>
    <a:clrScheme name="Другая 1">
      <a:dk1>
        <a:srgbClr val="ffffff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e7e6e6"/>
      </a:hlink>
      <a:folHlink>
        <a:srgbClr val="954f72"/>
      </a:folHlink>
    </a:clrScheme>
    <a:fontScheme name="Samsung Fonts">
      <a:majorFont>
        <a:latin typeface="SamsungOne 800C" pitchFamily="0" charset="1"/>
        <a:ea typeface="Arial" pitchFamily="0" charset="1"/>
        <a:cs typeface="Arial" pitchFamily="0" charset="1"/>
      </a:majorFont>
      <a:minorFont>
        <a:latin typeface="SamsungOne 450C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LibreOffice/24.8.7.2$Linux_X86_64 LibreOffice_project/480$Build-2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2020-05-25T08:37:09Z</dcterms:created>
  <dc:creator>Roman Lesovoy</dc:creator>
  <dc:description/>
  <dc:language>ru-RU</dc:language>
  <cp:lastModifiedBy/>
  <dcterms:modified xsi:type="dcterms:W3CDTF">2025-06-11T16:06:21Z</dcterms:modified>
  <cp:revision>36</cp:revision>
  <dc:subject/>
  <dc:title>SAMSUNG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2</vt:i4>
  </property>
  <property fmtid="{D5CDD505-2E9C-101B-9397-08002B2CF9AE}" pid="3" name="NSCPROP">
    <vt:lpwstr>NSCCustomProperty</vt:lpwstr>
  </property>
  <property fmtid="{D5CDD505-2E9C-101B-9397-08002B2CF9AE}" pid="4" name="NSCPROP_SA">
    <vt:lpwstr>C:\Users\grebenkina.a\Downloads\SAMSUNG_IT_School_Presentation_Template_2020_PR (2).pptx</vt:lpwstr>
  </property>
  <property fmtid="{D5CDD505-2E9C-101B-9397-08002B2CF9AE}" pid="5" name="Notes">
    <vt:i4>9</vt:i4>
  </property>
  <property fmtid="{D5CDD505-2E9C-101B-9397-08002B2CF9AE}" pid="6" name="PresentationFormat">
    <vt:lpwstr>On-screen Show (4:3)</vt:lpwstr>
  </property>
  <property fmtid="{D5CDD505-2E9C-101B-9397-08002B2CF9AE}" pid="7" name="Slides">
    <vt:i4>9</vt:i4>
  </property>
</Properties>
</file>