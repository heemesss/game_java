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Masters/slideMaster3.xml" ContentType="application/vnd.openxmlformats-officedocument.presentationml.slideMaster+xml"/>
  <Override PartName="/ppt/slideLayouts/slideLayout18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  <p:sldMasterId id="2147483654" r:id="rId2"/>
    <p:sldMasterId id="2147483660" r:id="rId3"/>
    <p:sldMasterId id="2147483666" r:id="rId4"/>
  </p:sldMasterIdLst>
  <p:notesMasterIdLst>
    <p:notesMasterId r:id="rId1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5" d="100"/>
          <a:sy n="115" d="100"/>
        </p:scale>
        <p:origin x="258" y="10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theme" Target="theme/theme4.xml"/><Relationship Id="rId9" Type="http://schemas.openxmlformats.org/officeDocument/2006/relationships/theme" Target="theme/them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4F54CC1-97CB-44AD-8DAB-B216F30CF3E3}" type="datetimeFigureOut">
              <a:rPr lang="ru-RU"/>
              <a:t>11.01.2021</a:t>
            </a:fld>
            <a:endParaRPr lang="ru-RU"/>
          </a:p>
        </p:txBody>
      </p:sp>
      <p:sp>
        <p:nvSpPr>
          <p:cNvPr id="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C1BEDC-14E0-454C-9320-42DD4A99B1BA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AE44DC-660F-AACC-F75B-A481E1DF71E5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FCD383-9A3F-2A7E-20C3-4FD9EA9C8B80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864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7223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93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6A0973-C6B8-9EB9-15E4-2FC3D9F6F76D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725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064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072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F1F5A-7B08-0C96-FC2E-085E330C58AD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08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664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332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A31DC1-617D-3BE3-C01C-737D263D0EF2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838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728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240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0C117-3080-D356-9B61-903D683B0B39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445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6992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515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4987F-6124-7EF8-D2C0-D4A27E379BF1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83A170-93EF-DC81-3C70-D089D125FFEE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17B07-8D75-47CA-00CD-14161A3DE3B6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rcRect l="23308" t="-1" r="587" b="48523"/>
          <a:stretch/>
        </p:blipFill>
        <p:spPr bwMode="auto"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2513812" y="2213452"/>
            <a:ext cx="6919274" cy="2431096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/>
          <a:srcRect l="23308" t="-1" r="587" b="48523"/>
          <a:stretch/>
        </p:blipFill>
        <p:spPr bwMode="auto">
          <a:xfrm rot="10800000">
            <a:off x="5770574" y="-1"/>
            <a:ext cx="6421426" cy="2472050"/>
          </a:xfrm>
          <a:prstGeom prst="rect">
            <a:avLst/>
          </a:prstGeom>
        </p:spPr>
      </p:pic>
      <p:grpSp>
        <p:nvGrpSpPr>
          <p:cNvPr id="28" name="Группа 27"/>
          <p:cNvGrpSpPr/>
          <p:nvPr userDrawn="1"/>
        </p:nvGrpSpPr>
        <p:grpSpPr bwMode="auto"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29" name="Овал 28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0" name="Овал 29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1" name="Овал 30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32" name="Группа 31"/>
          <p:cNvGrpSpPr/>
          <p:nvPr userDrawn="1"/>
        </p:nvGrpSpPr>
        <p:grpSpPr bwMode="auto"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33" name="Овал 32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4" name="Овал 33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5" name="Овал 34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 Clea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rcRect l="23308" t="-1" r="587" b="48523"/>
          <a:stretch/>
        </p:blipFill>
        <p:spPr bwMode="auto"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/>
          <a:srcRect l="23308" t="-1" r="587" b="48523"/>
          <a:stretch/>
        </p:blipFill>
        <p:spPr bwMode="auto">
          <a:xfrm rot="10800000">
            <a:off x="5770574" y="-1"/>
            <a:ext cx="6421426" cy="2472050"/>
          </a:xfrm>
          <a:prstGeom prst="rect">
            <a:avLst/>
          </a:prstGeom>
        </p:spPr>
      </p:pic>
      <p:grpSp>
        <p:nvGrpSpPr>
          <p:cNvPr id="28" name="Группа 27"/>
          <p:cNvGrpSpPr/>
          <p:nvPr userDrawn="1"/>
        </p:nvGrpSpPr>
        <p:grpSpPr bwMode="auto"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29" name="Овал 28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0" name="Овал 29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1" name="Овал 30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32" name="Группа 31"/>
          <p:cNvGrpSpPr/>
          <p:nvPr userDrawn="1"/>
        </p:nvGrpSpPr>
        <p:grpSpPr bwMode="auto"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33" name="Овал 32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4" name="Овал 33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5" name="Овал 34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815E34C-0C06-422D-8445-4290A33915A8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497343" y="1300561"/>
            <a:ext cx="4748931" cy="1668544"/>
          </a:xfrm>
          <a:prstGeom prst="rect">
            <a:avLst/>
          </a:prstGeom>
        </p:spPr>
      </p:pic>
      <p:grpSp>
        <p:nvGrpSpPr>
          <p:cNvPr id="12" name="Группа 11"/>
          <p:cNvGrpSpPr/>
          <p:nvPr userDrawn="1"/>
        </p:nvGrpSpPr>
        <p:grpSpPr bwMode="auto">
          <a:xfrm>
            <a:off x="-1" y="9429"/>
            <a:ext cx="1608943" cy="6839144"/>
            <a:chOff x="-1" y="9429"/>
            <a:chExt cx="1608943" cy="6839144"/>
          </a:xfrm>
        </p:grpSpPr>
        <p:pic>
          <p:nvPicPr>
            <p:cNvPr id="8" name="Рисунок 7"/>
            <p:cNvPicPr>
              <a:picLocks noChangeAspect="1"/>
            </p:cNvPicPr>
            <p:nvPr userDrawn="1"/>
          </p:nvPicPr>
          <p:blipFill>
            <a:blip r:embed="rId3"/>
            <a:srcRect l="50000" t="13961" r="0" b="54734"/>
            <a:stretch/>
          </p:blipFill>
          <p:spPr bwMode="auto"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 userDrawn="1"/>
          </p:nvPicPr>
          <p:blipFill>
            <a:blip r:embed="rId4"/>
            <a:srcRect l="50000" t="55842" r="0" b="0"/>
            <a:stretch/>
          </p:blipFill>
          <p:spPr bwMode="auto">
            <a:xfrm rot="16199998">
              <a:off x="-796056" y="4443574"/>
              <a:ext cx="3201056" cy="1608941"/>
            </a:xfrm>
            <a:prstGeom prst="rect">
              <a:avLst/>
            </a:prstGeom>
          </p:spPr>
        </p:pic>
      </p:grpSp>
      <p:grpSp>
        <p:nvGrpSpPr>
          <p:cNvPr id="13" name="Группа 12"/>
          <p:cNvGrpSpPr/>
          <p:nvPr userDrawn="1"/>
        </p:nvGrpSpPr>
        <p:grpSpPr bwMode="auto">
          <a:xfrm rot="10800000">
            <a:off x="10549328" y="0"/>
            <a:ext cx="1608943" cy="6839144"/>
            <a:chOff x="-1" y="9429"/>
            <a:chExt cx="1608943" cy="6839144"/>
          </a:xfrm>
        </p:grpSpPr>
        <p:pic>
          <p:nvPicPr>
            <p:cNvPr id="14" name="Рисунок 13"/>
            <p:cNvPicPr>
              <a:picLocks noChangeAspect="1"/>
            </p:cNvPicPr>
            <p:nvPr userDrawn="1"/>
          </p:nvPicPr>
          <p:blipFill>
            <a:blip r:embed="rId3"/>
            <a:srcRect l="50000" t="13961" r="0" b="54734"/>
            <a:stretch/>
          </p:blipFill>
          <p:spPr bwMode="auto"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15" name="Рисунок 14"/>
            <p:cNvPicPr>
              <a:picLocks noChangeAspect="1"/>
            </p:cNvPicPr>
            <p:nvPr userDrawn="1"/>
          </p:nvPicPr>
          <p:blipFill>
            <a:blip r:embed="rId4"/>
            <a:srcRect l="50000" t="55842" r="0" b="0"/>
            <a:stretch/>
          </p:blipFill>
          <p:spPr bwMode="auto">
            <a:xfrm rot="16199998">
              <a:off x="-796056" y="4443574"/>
              <a:ext cx="3201056" cy="160894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5875349-B8FF-4EAF-9758-1B6C76217467}" type="datetime1">
              <a:rPr lang="ru-RU"/>
              <a:t>11.01.2021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841584" y="284686"/>
            <a:ext cx="2256148" cy="79270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rcRect l="50000" t="13961" r="0" b="54734"/>
          <a:stretch/>
        </p:blipFill>
        <p:spPr bwMode="auto">
          <a:xfrm rot="5400000">
            <a:off x="-1030206" y="1039634"/>
            <a:ext cx="3201056" cy="114064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/>
          <a:srcRect l="50000" t="55842" r="0" b="0"/>
          <a:stretch/>
        </p:blipFill>
        <p:spPr bwMode="auto">
          <a:xfrm rot="16199998">
            <a:off x="-796056" y="4443574"/>
            <a:ext cx="3201056" cy="160894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/>
          <a:srcRect l="50000" t="13961" r="0" b="54734"/>
          <a:stretch/>
        </p:blipFill>
        <p:spPr bwMode="auto">
          <a:xfrm rot="16199998">
            <a:off x="9987420" y="4668294"/>
            <a:ext cx="3201056" cy="1140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in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513812" y="2213452"/>
            <a:ext cx="6919274" cy="24310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rcRect l="23327" t="1" r="0" b="48522"/>
          <a:stretch/>
        </p:blipFill>
        <p:spPr bwMode="auto"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rcRect l="23327" t="1" r="0" b="48522"/>
          <a:stretch/>
        </p:blipFill>
        <p:spPr bwMode="auto"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/>
          <p:cNvGrpSpPr/>
          <p:nvPr userDrawn="1"/>
        </p:nvGrpSpPr>
        <p:grpSpPr bwMode="auto"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" name="Овал 11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Овал 13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5" name="Группа 14"/>
          <p:cNvGrpSpPr/>
          <p:nvPr userDrawn="1"/>
        </p:nvGrpSpPr>
        <p:grpSpPr bwMode="auto"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9" name="Овал 18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" name="Овал 19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 Clea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rcRect l="23327" t="1" r="0" b="48522"/>
          <a:stretch/>
        </p:blipFill>
        <p:spPr bwMode="auto"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rcRect l="23327" t="1" r="0" b="48522"/>
          <a:stretch/>
        </p:blipFill>
        <p:spPr bwMode="auto"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/>
          <p:cNvGrpSpPr/>
          <p:nvPr userDrawn="1"/>
        </p:nvGrpSpPr>
        <p:grpSpPr bwMode="auto"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" name="Овал 11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Овал 13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5" name="Группа 14"/>
          <p:cNvGrpSpPr/>
          <p:nvPr userDrawn="1"/>
        </p:nvGrpSpPr>
        <p:grpSpPr bwMode="auto"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9" name="Овал 18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" name="Овал 19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815E34C-0C06-422D-8445-4290A33915A8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497343" y="1300561"/>
            <a:ext cx="4748931" cy="1668543"/>
          </a:xfrm>
          <a:prstGeom prst="rect">
            <a:avLst/>
          </a:prstGeom>
        </p:spPr>
      </p:pic>
      <p:grpSp>
        <p:nvGrpSpPr>
          <p:cNvPr id="10" name="Группа 9"/>
          <p:cNvGrpSpPr/>
          <p:nvPr userDrawn="1"/>
        </p:nvGrpSpPr>
        <p:grpSpPr bwMode="auto"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17" name="Рисунок 16"/>
            <p:cNvPicPr>
              <a:picLocks noChangeAspect="1"/>
            </p:cNvPicPr>
            <p:nvPr userDrawn="1"/>
          </p:nvPicPr>
          <p:blipFill>
            <a:blip r:embed="rId3"/>
            <a:srcRect l="50091" t="1" r="-1" b="54939"/>
            <a:stretch/>
          </p:blipFill>
          <p:spPr bwMode="auto"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19" name="Рисунок 18"/>
            <p:cNvPicPr>
              <a:picLocks noChangeAspect="1"/>
            </p:cNvPicPr>
            <p:nvPr userDrawn="1"/>
          </p:nvPicPr>
          <p:blipFill>
            <a:blip r:embed="rId3"/>
            <a:srcRect l="50091" t="55971" r="-1" b="-1215"/>
            <a:stretch/>
          </p:blipFill>
          <p:spPr bwMode="auto">
            <a:xfrm rot="16199998">
              <a:off x="-783667" y="4403663"/>
              <a:ext cx="3238008" cy="1670671"/>
            </a:xfrm>
            <a:prstGeom prst="rect">
              <a:avLst/>
            </a:prstGeom>
          </p:spPr>
        </p:pic>
      </p:grpSp>
      <p:grpSp>
        <p:nvGrpSpPr>
          <p:cNvPr id="20" name="Группа 19"/>
          <p:cNvGrpSpPr/>
          <p:nvPr userDrawn="1"/>
        </p:nvGrpSpPr>
        <p:grpSpPr bwMode="auto">
          <a:xfrm rot="10800000">
            <a:off x="10518462" y="0"/>
            <a:ext cx="1670675" cy="6858003"/>
            <a:chOff x="-3" y="0"/>
            <a:chExt cx="1670675" cy="6858003"/>
          </a:xfrm>
        </p:grpSpPr>
        <p:pic>
          <p:nvPicPr>
            <p:cNvPr id="21" name="Рисунок 20"/>
            <p:cNvPicPr>
              <a:picLocks noChangeAspect="1"/>
            </p:cNvPicPr>
            <p:nvPr userDrawn="1"/>
          </p:nvPicPr>
          <p:blipFill>
            <a:blip r:embed="rId3"/>
            <a:srcRect l="50091" t="1" r="-1" b="54939"/>
            <a:stretch/>
          </p:blipFill>
          <p:spPr bwMode="auto"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2" name="Рисунок 21"/>
            <p:cNvPicPr>
              <a:picLocks noChangeAspect="1"/>
            </p:cNvPicPr>
            <p:nvPr userDrawn="1"/>
          </p:nvPicPr>
          <p:blipFill>
            <a:blip r:embed="rId3"/>
            <a:srcRect l="50091" t="55971" r="-1" b="-1215"/>
            <a:stretch/>
          </p:blipFill>
          <p:spPr bwMode="auto">
            <a:xfrm rot="16199998">
              <a:off x="-783667" y="4403663"/>
              <a:ext cx="3238008" cy="167067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5875349-B8FF-4EAF-9758-1B6C76217467}" type="datetime1">
              <a:rPr lang="ru-RU"/>
              <a:t>11.01.2021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841584" y="284686"/>
            <a:ext cx="2256148" cy="792700"/>
          </a:xfrm>
          <a:prstGeom prst="rect">
            <a:avLst/>
          </a:prstGeom>
        </p:spPr>
      </p:pic>
      <p:grpSp>
        <p:nvGrpSpPr>
          <p:cNvPr id="22" name="Группа 21"/>
          <p:cNvGrpSpPr/>
          <p:nvPr userDrawn="1"/>
        </p:nvGrpSpPr>
        <p:grpSpPr bwMode="auto"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23" name="Рисунок 22"/>
            <p:cNvPicPr>
              <a:picLocks noChangeAspect="1"/>
            </p:cNvPicPr>
            <p:nvPr userDrawn="1"/>
          </p:nvPicPr>
          <p:blipFill>
            <a:blip r:embed="rId3"/>
            <a:srcRect l="50091" t="1" r="-1" b="54939"/>
            <a:stretch/>
          </p:blipFill>
          <p:spPr bwMode="auto"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4" name="Рисунок 23"/>
            <p:cNvPicPr>
              <a:picLocks noChangeAspect="1"/>
            </p:cNvPicPr>
            <p:nvPr userDrawn="1"/>
          </p:nvPicPr>
          <p:blipFill>
            <a:blip r:embed="rId3"/>
            <a:srcRect l="50091" t="55971" r="-1" b="-1215"/>
            <a:stretch/>
          </p:blipFill>
          <p:spPr bwMode="auto">
            <a:xfrm rot="16199998">
              <a:off x="-783667" y="4403663"/>
              <a:ext cx="3238008" cy="1670671"/>
            </a:xfrm>
            <a:prstGeom prst="rect">
              <a:avLst/>
            </a:prstGeom>
          </p:spPr>
        </p:pic>
      </p:grpSp>
      <p:pic>
        <p:nvPicPr>
          <p:cNvPr id="26" name="Рисунок 25"/>
          <p:cNvPicPr>
            <a:picLocks noChangeAspect="1"/>
          </p:cNvPicPr>
          <p:nvPr userDrawn="1"/>
        </p:nvPicPr>
        <p:blipFill>
          <a:blip r:embed="rId3"/>
          <a:srcRect l="50091" t="1" r="-1" b="54939"/>
          <a:stretch/>
        </p:blipFill>
        <p:spPr bwMode="auto">
          <a:xfrm rot="16199998">
            <a:off x="9738235" y="4407102"/>
            <a:ext cx="3238008" cy="1663795"/>
          </a:xfrm>
          <a:prstGeom prst="rect">
            <a:avLst/>
          </a:prstGeom>
        </p:spPr>
      </p:pic>
      <p:grpSp>
        <p:nvGrpSpPr>
          <p:cNvPr id="25" name="Группа 24"/>
          <p:cNvGrpSpPr/>
          <p:nvPr userDrawn="1"/>
        </p:nvGrpSpPr>
        <p:grpSpPr bwMode="auto">
          <a:xfrm>
            <a:off x="11621299" y="2572948"/>
            <a:ext cx="570701" cy="1712103"/>
            <a:chOff x="11507954" y="2186129"/>
            <a:chExt cx="684046" cy="2052138"/>
          </a:xfrm>
        </p:grpSpPr>
        <p:sp>
          <p:nvSpPr>
            <p:cNvPr id="27" name="Ромб 26"/>
            <p:cNvSpPr/>
            <p:nvPr/>
          </p:nvSpPr>
          <p:spPr bwMode="auto">
            <a:xfrm>
              <a:off x="11507954" y="2186129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8" name="Ромб 27"/>
            <p:cNvSpPr/>
            <p:nvPr/>
          </p:nvSpPr>
          <p:spPr bwMode="auto">
            <a:xfrm>
              <a:off x="11507954" y="2870175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9" name="Ромб 28"/>
            <p:cNvSpPr/>
            <p:nvPr/>
          </p:nvSpPr>
          <p:spPr bwMode="auto">
            <a:xfrm>
              <a:off x="11507954" y="3554221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30" name="Прямоугольник 29"/>
          <p:cNvSpPr/>
          <p:nvPr userDrawn="1"/>
        </p:nvSpPr>
        <p:spPr bwMode="auto">
          <a:xfrm>
            <a:off x="-3" y="0"/>
            <a:ext cx="12192003" cy="228596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in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481169" y="2199702"/>
            <a:ext cx="7035117" cy="24717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rcRect l="23308" t="-1" r="587" b="48523"/>
          <a:stretch/>
        </p:blipFill>
        <p:spPr bwMode="auto"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rcRect l="23308" t="-1" r="587" b="48523"/>
          <a:stretch/>
        </p:blipFill>
        <p:spPr bwMode="auto">
          <a:xfrm rot="10800000">
            <a:off x="5770574" y="-1"/>
            <a:ext cx="6421426" cy="2472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 Clea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rcRect l="23308" t="-1" r="587" b="48523"/>
          <a:stretch/>
        </p:blipFill>
        <p:spPr bwMode="auto"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rcRect l="23308" t="-1" r="587" b="48523"/>
          <a:stretch/>
        </p:blipFill>
        <p:spPr bwMode="auto">
          <a:xfrm rot="10800000">
            <a:off x="5770574" y="-1"/>
            <a:ext cx="6421426" cy="2472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815E34C-0C06-422D-8445-4290A33915A8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grpSp>
        <p:nvGrpSpPr>
          <p:cNvPr id="12" name="Группа 11"/>
          <p:cNvGrpSpPr/>
          <p:nvPr userDrawn="1"/>
        </p:nvGrpSpPr>
        <p:grpSpPr bwMode="auto">
          <a:xfrm>
            <a:off x="-1" y="9429"/>
            <a:ext cx="1608943" cy="6839144"/>
            <a:chOff x="-1" y="9429"/>
            <a:chExt cx="1608943" cy="6839144"/>
          </a:xfrm>
        </p:grpSpPr>
        <p:pic>
          <p:nvPicPr>
            <p:cNvPr id="8" name="Рисунок 7"/>
            <p:cNvPicPr>
              <a:picLocks noChangeAspect="1"/>
            </p:cNvPicPr>
            <p:nvPr userDrawn="1"/>
          </p:nvPicPr>
          <p:blipFill>
            <a:blip r:embed="rId2"/>
            <a:srcRect l="50000" t="13961" r="0" b="54734"/>
            <a:stretch/>
          </p:blipFill>
          <p:spPr bwMode="auto"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 userDrawn="1"/>
          </p:nvPicPr>
          <p:blipFill>
            <a:blip r:embed="rId3"/>
            <a:srcRect l="50000" t="55842" r="0" b="0"/>
            <a:stretch/>
          </p:blipFill>
          <p:spPr bwMode="auto">
            <a:xfrm rot="16199998">
              <a:off x="-796056" y="4443574"/>
              <a:ext cx="3201056" cy="1608941"/>
            </a:xfrm>
            <a:prstGeom prst="rect">
              <a:avLst/>
            </a:prstGeom>
          </p:spPr>
        </p:pic>
      </p:grpSp>
      <p:grpSp>
        <p:nvGrpSpPr>
          <p:cNvPr id="13" name="Группа 12"/>
          <p:cNvGrpSpPr/>
          <p:nvPr userDrawn="1"/>
        </p:nvGrpSpPr>
        <p:grpSpPr bwMode="auto">
          <a:xfrm rot="10800000">
            <a:off x="10549328" y="0"/>
            <a:ext cx="1608943" cy="6839144"/>
            <a:chOff x="-1" y="9429"/>
            <a:chExt cx="1608943" cy="6839144"/>
          </a:xfrm>
        </p:grpSpPr>
        <p:pic>
          <p:nvPicPr>
            <p:cNvPr id="14" name="Рисунок 13"/>
            <p:cNvPicPr>
              <a:picLocks noChangeAspect="1"/>
            </p:cNvPicPr>
            <p:nvPr userDrawn="1"/>
          </p:nvPicPr>
          <p:blipFill>
            <a:blip r:embed="rId2"/>
            <a:srcRect l="50000" t="13961" r="0" b="54734"/>
            <a:stretch/>
          </p:blipFill>
          <p:spPr bwMode="auto"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15" name="Рисунок 14"/>
            <p:cNvPicPr>
              <a:picLocks noChangeAspect="1"/>
            </p:cNvPicPr>
            <p:nvPr userDrawn="1"/>
          </p:nvPicPr>
          <p:blipFill>
            <a:blip r:embed="rId3"/>
            <a:srcRect l="50000" t="55842" r="0" b="0"/>
            <a:stretch/>
          </p:blipFill>
          <p:spPr bwMode="auto">
            <a:xfrm rot="16199998">
              <a:off x="-796056" y="4443574"/>
              <a:ext cx="3201056" cy="1608941"/>
            </a:xfrm>
            <a:prstGeom prst="rect">
              <a:avLst/>
            </a:prstGeom>
          </p:spPr>
        </p:pic>
      </p:grp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484948" y="1294574"/>
            <a:ext cx="4802576" cy="1687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5875349-B8FF-4EAF-9758-1B6C76217467}" type="datetime1">
              <a:rPr lang="ru-RU"/>
              <a:t>11.01.2021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rcRect l="50000" t="13961" r="0" b="54734"/>
          <a:stretch/>
        </p:blipFill>
        <p:spPr bwMode="auto">
          <a:xfrm rot="5400000">
            <a:off x="-1030206" y="1039634"/>
            <a:ext cx="3201056" cy="114064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rcRect l="50000" t="55842" r="0" b="0"/>
          <a:stretch/>
        </p:blipFill>
        <p:spPr bwMode="auto">
          <a:xfrm rot="16199998">
            <a:off x="-796056" y="4443574"/>
            <a:ext cx="3201056" cy="160894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/>
          <a:srcRect l="50000" t="13961" r="0" b="54734"/>
          <a:stretch/>
        </p:blipFill>
        <p:spPr bwMode="auto">
          <a:xfrm rot="16199998">
            <a:off x="9987420" y="4668294"/>
            <a:ext cx="3201056" cy="1140645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841584" y="284686"/>
            <a:ext cx="2256148" cy="7927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in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513813" y="2213452"/>
            <a:ext cx="6919273" cy="24310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rcRect l="23327" t="1" r="0" b="48522"/>
          <a:stretch/>
        </p:blipFill>
        <p:spPr bwMode="auto"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rcRect l="23327" t="1" r="0" b="48522"/>
          <a:stretch/>
        </p:blipFill>
        <p:spPr bwMode="auto"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/>
          <p:cNvGrpSpPr/>
          <p:nvPr userDrawn="1"/>
        </p:nvGrpSpPr>
        <p:grpSpPr bwMode="auto"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" name="Овал 11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Овал 13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5" name="Группа 14"/>
          <p:cNvGrpSpPr/>
          <p:nvPr userDrawn="1"/>
        </p:nvGrpSpPr>
        <p:grpSpPr bwMode="auto"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9" name="Овал 18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" name="Овал 19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Hat Title Clea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rcRect l="23327" t="1" r="0" b="48522"/>
          <a:stretch/>
        </p:blipFill>
        <p:spPr bwMode="auto"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rcRect l="23327" t="1" r="0" b="48522"/>
          <a:stretch/>
        </p:blipFill>
        <p:spPr bwMode="auto"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/>
          <p:cNvGrpSpPr/>
          <p:nvPr userDrawn="1"/>
        </p:nvGrpSpPr>
        <p:grpSpPr bwMode="auto"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" name="Овал 11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Овал 13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5" name="Группа 14"/>
          <p:cNvGrpSpPr/>
          <p:nvPr userDrawn="1"/>
        </p:nvGrpSpPr>
        <p:grpSpPr bwMode="auto"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9" name="Овал 18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" name="Овал 19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815E34C-0C06-422D-8445-4290A33915A8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497343" y="1300561"/>
            <a:ext cx="4748930" cy="1668543"/>
          </a:xfrm>
          <a:prstGeom prst="rect">
            <a:avLst/>
          </a:prstGeom>
        </p:spPr>
      </p:pic>
      <p:grpSp>
        <p:nvGrpSpPr>
          <p:cNvPr id="10" name="Группа 9"/>
          <p:cNvGrpSpPr/>
          <p:nvPr userDrawn="1"/>
        </p:nvGrpSpPr>
        <p:grpSpPr bwMode="auto"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17" name="Рисунок 16"/>
            <p:cNvPicPr>
              <a:picLocks noChangeAspect="1"/>
            </p:cNvPicPr>
            <p:nvPr userDrawn="1"/>
          </p:nvPicPr>
          <p:blipFill>
            <a:blip r:embed="rId3"/>
            <a:srcRect l="50091" t="1" r="-1" b="54939"/>
            <a:stretch/>
          </p:blipFill>
          <p:spPr bwMode="auto"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19" name="Рисунок 18"/>
            <p:cNvPicPr>
              <a:picLocks noChangeAspect="1"/>
            </p:cNvPicPr>
            <p:nvPr userDrawn="1"/>
          </p:nvPicPr>
          <p:blipFill>
            <a:blip r:embed="rId3"/>
            <a:srcRect l="50091" t="55971" r="-1" b="-1215"/>
            <a:stretch/>
          </p:blipFill>
          <p:spPr bwMode="auto">
            <a:xfrm rot="16199998">
              <a:off x="-783667" y="4403663"/>
              <a:ext cx="3238008" cy="1670671"/>
            </a:xfrm>
            <a:prstGeom prst="rect">
              <a:avLst/>
            </a:prstGeom>
          </p:spPr>
        </p:pic>
      </p:grpSp>
      <p:grpSp>
        <p:nvGrpSpPr>
          <p:cNvPr id="20" name="Группа 19"/>
          <p:cNvGrpSpPr/>
          <p:nvPr userDrawn="1"/>
        </p:nvGrpSpPr>
        <p:grpSpPr bwMode="auto">
          <a:xfrm rot="10800000">
            <a:off x="10518462" y="0"/>
            <a:ext cx="1670675" cy="6858003"/>
            <a:chOff x="-3" y="0"/>
            <a:chExt cx="1670675" cy="6858003"/>
          </a:xfrm>
        </p:grpSpPr>
        <p:pic>
          <p:nvPicPr>
            <p:cNvPr id="21" name="Рисунок 20"/>
            <p:cNvPicPr>
              <a:picLocks noChangeAspect="1"/>
            </p:cNvPicPr>
            <p:nvPr userDrawn="1"/>
          </p:nvPicPr>
          <p:blipFill>
            <a:blip r:embed="rId3"/>
            <a:srcRect l="50091" t="1" r="-1" b="54939"/>
            <a:stretch/>
          </p:blipFill>
          <p:spPr bwMode="auto"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2" name="Рисунок 21"/>
            <p:cNvPicPr>
              <a:picLocks noChangeAspect="1"/>
            </p:cNvPicPr>
            <p:nvPr userDrawn="1"/>
          </p:nvPicPr>
          <p:blipFill>
            <a:blip r:embed="rId3"/>
            <a:srcRect l="50091" t="55971" r="-1" b="-1215"/>
            <a:stretch/>
          </p:blipFill>
          <p:spPr bwMode="auto">
            <a:xfrm rot="16199998">
              <a:off x="-783667" y="4403663"/>
              <a:ext cx="3238008" cy="167067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5875349-B8FF-4EAF-9758-1B6C76217467}" type="datetime1">
              <a:rPr lang="ru-RU"/>
              <a:t>11.01.2021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841585" y="284686"/>
            <a:ext cx="2256146" cy="792700"/>
          </a:xfrm>
          <a:prstGeom prst="rect">
            <a:avLst/>
          </a:prstGeom>
        </p:spPr>
      </p:pic>
      <p:grpSp>
        <p:nvGrpSpPr>
          <p:cNvPr id="22" name="Группа 21"/>
          <p:cNvGrpSpPr/>
          <p:nvPr userDrawn="1"/>
        </p:nvGrpSpPr>
        <p:grpSpPr bwMode="auto"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23" name="Рисунок 22"/>
            <p:cNvPicPr>
              <a:picLocks noChangeAspect="1"/>
            </p:cNvPicPr>
            <p:nvPr userDrawn="1"/>
          </p:nvPicPr>
          <p:blipFill>
            <a:blip r:embed="rId3"/>
            <a:srcRect l="50091" t="1" r="-1" b="54939"/>
            <a:stretch/>
          </p:blipFill>
          <p:spPr bwMode="auto"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4" name="Рисунок 23"/>
            <p:cNvPicPr>
              <a:picLocks noChangeAspect="1"/>
            </p:cNvPicPr>
            <p:nvPr userDrawn="1"/>
          </p:nvPicPr>
          <p:blipFill>
            <a:blip r:embed="rId3"/>
            <a:srcRect l="50091" t="55971" r="-1" b="-1215"/>
            <a:stretch/>
          </p:blipFill>
          <p:spPr bwMode="auto">
            <a:xfrm rot="16199998">
              <a:off x="-783667" y="4403663"/>
              <a:ext cx="3238008" cy="1670671"/>
            </a:xfrm>
            <a:prstGeom prst="rect">
              <a:avLst/>
            </a:prstGeom>
          </p:spPr>
        </p:pic>
      </p:grpSp>
      <p:pic>
        <p:nvPicPr>
          <p:cNvPr id="26" name="Рисунок 25"/>
          <p:cNvPicPr>
            <a:picLocks noChangeAspect="1"/>
          </p:cNvPicPr>
          <p:nvPr userDrawn="1"/>
        </p:nvPicPr>
        <p:blipFill>
          <a:blip r:embed="rId3"/>
          <a:srcRect l="50091" t="1" r="-1" b="54939"/>
          <a:stretch/>
        </p:blipFill>
        <p:spPr bwMode="auto">
          <a:xfrm rot="16199998">
            <a:off x="9738235" y="4407102"/>
            <a:ext cx="3238008" cy="1663795"/>
          </a:xfrm>
          <a:prstGeom prst="rect">
            <a:avLst/>
          </a:prstGeom>
        </p:spPr>
      </p:pic>
      <p:grpSp>
        <p:nvGrpSpPr>
          <p:cNvPr id="25" name="Группа 24"/>
          <p:cNvGrpSpPr/>
          <p:nvPr userDrawn="1"/>
        </p:nvGrpSpPr>
        <p:grpSpPr bwMode="auto">
          <a:xfrm>
            <a:off x="11621299" y="2572948"/>
            <a:ext cx="570701" cy="1712103"/>
            <a:chOff x="11507954" y="2186129"/>
            <a:chExt cx="684046" cy="2052138"/>
          </a:xfrm>
        </p:grpSpPr>
        <p:sp>
          <p:nvSpPr>
            <p:cNvPr id="27" name="Ромб 26"/>
            <p:cNvSpPr/>
            <p:nvPr/>
          </p:nvSpPr>
          <p:spPr bwMode="auto">
            <a:xfrm>
              <a:off x="11507954" y="2186129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8" name="Ромб 27"/>
            <p:cNvSpPr/>
            <p:nvPr/>
          </p:nvSpPr>
          <p:spPr bwMode="auto">
            <a:xfrm>
              <a:off x="11507954" y="2870175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9" name="Ромб 28"/>
            <p:cNvSpPr/>
            <p:nvPr/>
          </p:nvSpPr>
          <p:spPr bwMode="auto">
            <a:xfrm>
              <a:off x="11507954" y="3554221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30" name="Прямоугольник 29"/>
          <p:cNvSpPr/>
          <p:nvPr userDrawn="1"/>
        </p:nvSpPr>
        <p:spPr bwMode="auto">
          <a:xfrm>
            <a:off x="-3" y="0"/>
            <a:ext cx="12192003" cy="228596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in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1.png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7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272BC7-7823-4DF6-81F1-7CEFB7B3C33C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1" ftr="0" hdr="0" sldNum="1"/>
  <p:txStyles>
    <p:titleStyle>
      <a:lvl1pPr algn="l" defTabSz="914400">
        <a:lnSpc>
          <a:spcPct val="80000"/>
        </a:lnSpc>
        <a:spcBef>
          <a:spcPts val="0"/>
        </a:spcBef>
        <a:buNone/>
        <a:defRPr sz="2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A272BC7-7823-4DF6-81F1-7CEFB7B3C33C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dt="1" ftr="0" hdr="0" sldNum="1"/>
  <p:txStyles>
    <p:titleStyle>
      <a:lvl1pPr algn="l" defTabSz="914400">
        <a:lnSpc>
          <a:spcPct val="80000"/>
        </a:lnSpc>
        <a:spcBef>
          <a:spcPts val="0"/>
        </a:spcBef>
        <a:buNone/>
        <a:defRPr sz="2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blipFill>
          <a:blip r:embed="rId7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272BC7-7823-4DF6-81F1-7CEFB7B3C33C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1" ftr="0" hdr="0" sldNum="1"/>
  <p:txStyles>
    <p:titleStyle>
      <a:lvl1pPr algn="l" defTabSz="914400">
        <a:lnSpc>
          <a:spcPct val="80000"/>
        </a:lnSpc>
        <a:spcBef>
          <a:spcPts val="0"/>
        </a:spcBef>
        <a:buNone/>
        <a:defRPr sz="2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A272BC7-7823-4DF6-81F1-7CEFB7B3C33C}" type="datetime1">
              <a:rPr lang="ru-RU"/>
              <a:t>11.01.2021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D0A6DE4-523C-4F70-BC59-CD9CEAB9BA4C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dt="1" ftr="0" hdr="0" sldNum="1"/>
  <p:txStyles>
    <p:titleStyle>
      <a:lvl1pPr algn="l" defTabSz="914400">
        <a:lnSpc>
          <a:spcPct val="80000"/>
        </a:lnSpc>
        <a:spcBef>
          <a:spcPts val="0"/>
        </a:spcBef>
        <a:buNone/>
        <a:defRPr sz="2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heemesss/game_jav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3999" y="2569408"/>
            <a:ext cx="9144000" cy="136065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>
                <a:latin typeface="Bahnschrift"/>
                <a:ea typeface="Bahnschrift"/>
                <a:cs typeface="Bahnschrift"/>
              </a:rPr>
              <a:t>Space Raider</a:t>
            </a:r>
            <a:endParaRPr>
              <a:latin typeface="Bahnschrift"/>
              <a:cs typeface="Bahnschrift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2</a:t>
            </a:fld>
            <a:endParaRPr lang="ru-RU"/>
          </a:p>
        </p:txBody>
      </p:sp>
      <p:sp>
        <p:nvSpPr>
          <p:cNvPr id="711967801" name=""/>
          <p:cNvSpPr txBox="1"/>
          <p:nvPr/>
        </p:nvSpPr>
        <p:spPr bwMode="auto">
          <a:xfrm flipH="0" flipV="0">
            <a:off x="5007204" y="4183528"/>
            <a:ext cx="6016385" cy="230642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lt1"/>
                </a:solidFill>
                <a:latin typeface="Candara"/>
                <a:ea typeface="Candara"/>
                <a:cs typeface="Candara"/>
              </a:rPr>
              <a:t>Город: Омск</a:t>
            </a:r>
            <a:endParaRPr sz="2800" b="0" i="0" u="none" strike="noStrike" cap="none">
              <a:solidFill>
                <a:schemeClr val="lt1"/>
              </a:solidFill>
              <a:latin typeface="Candara"/>
              <a:cs typeface="Candara"/>
            </a:endParaRPr>
          </a:p>
          <a:p>
            <a:pPr marL="0" marR="0" lvl="0" indent="0" algn="r">
              <a:lnSpc>
                <a:spcPct val="100000"/>
              </a:lnSpc>
              <a:spcBef>
                <a:spcPts val="319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lt1"/>
                </a:solidFill>
                <a:latin typeface="Candara"/>
                <a:ea typeface="Candara"/>
                <a:cs typeface="Candara"/>
              </a:rPr>
              <a:t>Площадка: БОУ «СОШ № 120»</a:t>
            </a:r>
            <a:endParaRPr sz="2800" b="0" i="0" u="none" strike="noStrike" cap="none">
              <a:solidFill>
                <a:schemeClr val="lt1"/>
              </a:solidFill>
              <a:latin typeface="Candara"/>
              <a:cs typeface="Candara"/>
            </a:endParaRPr>
          </a:p>
          <a:p>
            <a:pPr marL="0" marR="0" lvl="0" indent="0" algn="r">
              <a:lnSpc>
                <a:spcPct val="100000"/>
              </a:lnSpc>
              <a:spcBef>
                <a:spcPts val="319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lt1"/>
                </a:solidFill>
                <a:latin typeface="Candara"/>
                <a:ea typeface="Candara"/>
                <a:cs typeface="Candara"/>
              </a:rPr>
              <a:t>Учащийся: Лутс Семён</a:t>
            </a:r>
            <a:endParaRPr sz="2800" b="0" i="0" u="none" strike="noStrike" cap="none">
              <a:solidFill>
                <a:schemeClr val="lt1"/>
              </a:solidFill>
              <a:latin typeface="Candara"/>
              <a:cs typeface="Candara"/>
            </a:endParaRPr>
          </a:p>
          <a:p>
            <a:pPr algn="r">
              <a:defRPr/>
            </a:pPr>
            <a:r>
              <a:rPr lang="ru-RU" sz="2800" b="0" i="0" u="none" strike="noStrike" cap="none" spc="0">
                <a:solidFill>
                  <a:schemeClr val="lt1"/>
                </a:solidFill>
                <a:latin typeface="Candara"/>
                <a:ea typeface="Candara"/>
                <a:cs typeface="Candara"/>
              </a:rPr>
              <a:t>Преподаватель: </a:t>
            </a:r>
            <a:endParaRPr lang="ru-RU" sz="2800" b="0" i="0" u="none" strike="noStrike" cap="none" spc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ru-RU" sz="2800" b="0" i="0" u="none" strike="noStrike" cap="none" spc="0">
                <a:solidFill>
                  <a:schemeClr val="lt1"/>
                </a:solidFill>
                <a:latin typeface="Candara"/>
                <a:ea typeface="Candara"/>
                <a:cs typeface="Candara"/>
              </a:rPr>
              <a:t>Коротаев Вадим Геннадьевич</a:t>
            </a:r>
            <a:endParaRPr sz="2800"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" name="Группа 20"/>
          <p:cNvGrpSpPr/>
          <p:nvPr/>
        </p:nvGrpSpPr>
        <p:grpSpPr bwMode="auto">
          <a:xfrm>
            <a:off x="10451429" y="3983488"/>
            <a:ext cx="130630" cy="563076"/>
            <a:chOff x="7081442" y="2246001"/>
            <a:chExt cx="130630" cy="563076"/>
          </a:xfrm>
        </p:grpSpPr>
        <p:sp>
          <p:nvSpPr>
            <p:cNvPr id="22" name="Овал 21"/>
            <p:cNvSpPr/>
            <p:nvPr/>
          </p:nvSpPr>
          <p:spPr bwMode="auto"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3" name="Овал 22"/>
            <p:cNvSpPr/>
            <p:nvPr/>
          </p:nvSpPr>
          <p:spPr bwMode="auto"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4" name="Овал 23"/>
            <p:cNvSpPr/>
            <p:nvPr/>
          </p:nvSpPr>
          <p:spPr bwMode="auto">
            <a:xfrm>
              <a:off x="7081442" y="2678447"/>
              <a:ext cx="130629" cy="13062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3</a:t>
            </a:fld>
            <a:endParaRPr lang="ru-RU"/>
          </a:p>
        </p:txBody>
      </p:sp>
      <p:sp>
        <p:nvSpPr>
          <p:cNvPr id="848606121" name=""/>
          <p:cNvSpPr txBox="1"/>
          <p:nvPr/>
        </p:nvSpPr>
        <p:spPr bwMode="auto">
          <a:xfrm flipH="0" flipV="0">
            <a:off x="1677034" y="1922759"/>
            <a:ext cx="9251692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l">
              <a:defRPr/>
            </a:pPr>
            <a:r>
              <a:rPr sz="4800">
                <a:latin typeface="Bahnschrift"/>
                <a:ea typeface="Bahnschrift"/>
                <a:cs typeface="Bahnschrift"/>
              </a:rPr>
              <a:t>Цель проекта</a:t>
            </a:r>
            <a:r>
              <a:rPr sz="3600">
                <a:latin typeface="Bahnschrift"/>
                <a:ea typeface="Bahnschrift"/>
                <a:cs typeface="Bahnschrift"/>
              </a:rPr>
              <a:t> </a:t>
            </a:r>
            <a:endParaRPr sz="3600">
              <a:latin typeface="Bahnschrift"/>
              <a:ea typeface="Bahnschrift"/>
              <a:cs typeface="Bahnschrift"/>
            </a:endParaRPr>
          </a:p>
          <a:p>
            <a:pPr algn="l">
              <a:defRPr/>
            </a:pPr>
            <a:r>
              <a:rPr sz="3600">
                <a:latin typeface="Bahnschrift"/>
                <a:ea typeface="Bahnschrift"/>
                <a:cs typeface="Bahnschrift"/>
              </a:rPr>
              <a:t>- приложение, </a:t>
            </a:r>
            <a:r>
              <a:rPr sz="3600">
                <a:latin typeface="Bahnschrift"/>
                <a:ea typeface="Bahnschrift"/>
                <a:cs typeface="Bahnschrift"/>
              </a:rPr>
              <a:t>написанное на libGDX,</a:t>
            </a:r>
            <a:endParaRPr sz="3600">
              <a:latin typeface="Bahnschrift"/>
              <a:ea typeface="Bahnschrift"/>
              <a:cs typeface="Bahnschrift"/>
            </a:endParaRPr>
          </a:p>
          <a:p>
            <a:pPr algn="l">
              <a:defRPr/>
            </a:pPr>
            <a:r>
              <a:rPr sz="3600">
                <a:latin typeface="Bahnschrift"/>
                <a:ea typeface="Bahnschrift"/>
                <a:cs typeface="Bahnschrift"/>
              </a:rPr>
              <a:t>с использованием технологий 3D, предназначенное </a:t>
            </a:r>
            <a:r>
              <a:rPr sz="3600">
                <a:latin typeface="Bahnschrift"/>
                <a:ea typeface="Bahnschrift"/>
                <a:cs typeface="Bahnschrift"/>
              </a:rPr>
              <a:t>для </a:t>
            </a:r>
            <a:endParaRPr sz="3600">
              <a:latin typeface="Bahnschrift"/>
              <a:ea typeface="Bahnschrift"/>
              <a:cs typeface="Bahnschrift"/>
            </a:endParaRPr>
          </a:p>
          <a:p>
            <a:pPr algn="l">
              <a:defRPr/>
            </a:pPr>
            <a:r>
              <a:rPr sz="3600">
                <a:latin typeface="Bahnschrift"/>
                <a:ea typeface="Bahnschrift"/>
                <a:cs typeface="Bahnschrift"/>
              </a:rPr>
              <a:t>применения на ОС Android.</a:t>
            </a:r>
            <a:endParaRPr sz="3600">
              <a:latin typeface="Bahnschrift"/>
              <a:ea typeface="Bahnschrift"/>
              <a:cs typeface="Bahnschrif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3565216" name="Группа 20"/>
          <p:cNvGrpSpPr/>
          <p:nvPr/>
        </p:nvGrpSpPr>
        <p:grpSpPr bwMode="auto">
          <a:xfrm>
            <a:off x="10451428" y="3983487"/>
            <a:ext cx="130629" cy="563076"/>
            <a:chOff x="7081441" y="2246000"/>
            <a:chExt cx="130629" cy="563076"/>
          </a:xfrm>
        </p:grpSpPr>
        <p:sp>
          <p:nvSpPr>
            <p:cNvPr id="837635848" name="Овал 21"/>
            <p:cNvSpPr/>
            <p:nvPr/>
          </p:nvSpPr>
          <p:spPr bwMode="auto">
            <a:xfrm>
              <a:off x="7081443" y="2246000"/>
              <a:ext cx="130628" cy="1306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123306945" name="Овал 22"/>
            <p:cNvSpPr/>
            <p:nvPr/>
          </p:nvSpPr>
          <p:spPr bwMode="auto">
            <a:xfrm>
              <a:off x="7081441" y="2471397"/>
              <a:ext cx="130628" cy="1306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11558711" name="Овал 23"/>
            <p:cNvSpPr/>
            <p:nvPr/>
          </p:nvSpPr>
          <p:spPr bwMode="auto">
            <a:xfrm>
              <a:off x="7081441" y="2678447"/>
              <a:ext cx="130628" cy="1306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70502332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5954CC-4C83-B510-80E8-598AE12DC8DE}" type="slidenum">
              <a:rPr lang="ru-RU"/>
              <a:t/>
            </a:fld>
            <a:endParaRPr lang="ru-RU"/>
          </a:p>
        </p:txBody>
      </p:sp>
      <p:sp>
        <p:nvSpPr>
          <p:cNvPr id="517401542" name=""/>
          <p:cNvSpPr txBox="1"/>
          <p:nvPr/>
        </p:nvSpPr>
        <p:spPr bwMode="auto">
          <a:xfrm flipH="0" flipV="0">
            <a:off x="838198" y="1165315"/>
            <a:ext cx="8259065" cy="3657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sz="2600">
                <a:latin typeface="Candara"/>
                <a:ea typeface="Candara"/>
                <a:cs typeface="Candara"/>
              </a:rPr>
              <a:t>Давным-давно в далёкой-далёкой галактике, Гордон Эдванс во время исследовательской миссии отдалённой части Вселенной потерял связь с центром управления. Неожиданно приборы вышли из строя</a:t>
            </a:r>
            <a:r>
              <a:rPr sz="2600">
                <a:latin typeface="Candara"/>
                <a:ea typeface="Candara"/>
                <a:cs typeface="Candara"/>
              </a:rPr>
              <a:t>, капитан потерял управление - ему пришлось совершить аварийную посадку на ближайшей планете, системы жизнеобеспечения и ему остаётся надеяться только на своих коллег с Земли. Но кажется, что на планете есть кто-то ещё...</a:t>
            </a:r>
            <a:endParaRPr sz="2600">
              <a:latin typeface="Candara"/>
              <a:cs typeface="Candara"/>
            </a:endParaRPr>
          </a:p>
        </p:txBody>
      </p:sp>
      <p:sp>
        <p:nvSpPr>
          <p:cNvPr id="1321205524" name="Google Shape;70;p3"/>
          <p:cNvSpPr txBox="1"/>
          <p:nvPr>
            <p:ph type="title"/>
          </p:nvPr>
        </p:nvSpPr>
        <p:spPr bwMode="auto">
          <a:xfrm>
            <a:off x="838198" y="365124"/>
            <a:ext cx="9257906" cy="690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/>
            </a:pPr>
            <a:r>
              <a:rPr lang="ru-RU" sz="6000">
                <a:latin typeface="Bahnschrift"/>
                <a:ea typeface="Bahnschrift"/>
                <a:cs typeface="Bahnschrift"/>
              </a:rPr>
              <a:t>Описание игры</a:t>
            </a:r>
            <a:endParaRPr sz="6000">
              <a:latin typeface="Bahnschrift"/>
              <a:cs typeface="Bahnschrift"/>
            </a:endParaRPr>
          </a:p>
        </p:txBody>
      </p:sp>
      <p:sp>
        <p:nvSpPr>
          <p:cNvPr id="892677223" name=""/>
          <p:cNvSpPr txBox="1"/>
          <p:nvPr/>
        </p:nvSpPr>
        <p:spPr bwMode="auto">
          <a:xfrm flipH="0" flipV="0">
            <a:off x="1080647" y="5167269"/>
            <a:ext cx="1003070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latin typeface="Candara"/>
                <a:ea typeface="Candara"/>
                <a:cs typeface="Candara"/>
              </a:rPr>
              <a:t>Вас ждёт 3D шутер от первого лица,</a:t>
            </a:r>
            <a:endParaRPr sz="3600">
              <a:latin typeface="Candara"/>
              <a:ea typeface="Candara"/>
              <a:cs typeface="Candara"/>
            </a:endParaRPr>
          </a:p>
          <a:p>
            <a:pPr>
              <a:defRPr/>
            </a:pPr>
            <a:r>
              <a:rPr sz="3600">
                <a:latin typeface="Candara"/>
                <a:ea typeface="Candara"/>
                <a:cs typeface="Candara"/>
              </a:rPr>
              <a:t> где главная задача - выжить.</a:t>
            </a:r>
            <a:endParaRPr sz="3600"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0103897" name="Группа 20"/>
          <p:cNvGrpSpPr/>
          <p:nvPr/>
        </p:nvGrpSpPr>
        <p:grpSpPr bwMode="auto">
          <a:xfrm>
            <a:off x="10451427" y="3983486"/>
            <a:ext cx="130628" cy="563076"/>
            <a:chOff x="7081440" y="2245999"/>
            <a:chExt cx="130628" cy="563076"/>
          </a:xfrm>
        </p:grpSpPr>
        <p:sp>
          <p:nvSpPr>
            <p:cNvPr id="975880108" name="Овал 21"/>
            <p:cNvSpPr/>
            <p:nvPr/>
          </p:nvSpPr>
          <p:spPr bwMode="auto">
            <a:xfrm>
              <a:off x="7081443" y="2245999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1212633" name="Овал 22"/>
            <p:cNvSpPr/>
            <p:nvPr/>
          </p:nvSpPr>
          <p:spPr bwMode="auto">
            <a:xfrm>
              <a:off x="7081440" y="2471396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700226351" name="Овал 23"/>
            <p:cNvSpPr/>
            <p:nvPr/>
          </p:nvSpPr>
          <p:spPr bwMode="auto">
            <a:xfrm>
              <a:off x="7081440" y="2678446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727613069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13C64F1-2CEE-D8C1-6288-80A5E3BFD883}" type="slidenum">
              <a:rPr lang="ru-RU"/>
              <a:t/>
            </a:fld>
            <a:endParaRPr lang="ru-RU"/>
          </a:p>
        </p:txBody>
      </p:sp>
      <p:pic>
        <p:nvPicPr>
          <p:cNvPr id="1580617161" name=""/>
          <p:cNvPicPr>
            <a:picLocks noChangeAspect="1"/>
          </p:cNvPicPr>
          <p:nvPr/>
        </p:nvPicPr>
        <p:blipFill>
          <a:blip r:embed="rId3"/>
          <a:srcRect l="5577" t="0" r="0" b="0"/>
          <a:stretch/>
        </p:blipFill>
        <p:spPr bwMode="auto">
          <a:xfrm flipH="0" flipV="0">
            <a:off x="-217932" y="290802"/>
            <a:ext cx="6117980" cy="2991659"/>
          </a:xfrm>
          <a:prstGeom prst="rect">
            <a:avLst/>
          </a:prstGeom>
        </p:spPr>
      </p:pic>
      <p:pic>
        <p:nvPicPr>
          <p:cNvPr id="1647892734" name=""/>
          <p:cNvPicPr>
            <a:picLocks noChangeAspect="1"/>
          </p:cNvPicPr>
          <p:nvPr/>
        </p:nvPicPr>
        <p:blipFill>
          <a:blip r:embed="rId4"/>
          <a:srcRect l="3885" t="0" r="0" b="0"/>
          <a:stretch/>
        </p:blipFill>
        <p:spPr bwMode="auto">
          <a:xfrm flipH="0" flipV="0">
            <a:off x="6595900" y="1099038"/>
            <a:ext cx="6283041" cy="3018288"/>
          </a:xfrm>
          <a:prstGeom prst="rect">
            <a:avLst/>
          </a:prstGeom>
        </p:spPr>
      </p:pic>
      <p:pic>
        <p:nvPicPr>
          <p:cNvPr id="1598747846" name=""/>
          <p:cNvPicPr>
            <a:picLocks noChangeAspect="1"/>
          </p:cNvPicPr>
          <p:nvPr/>
        </p:nvPicPr>
        <p:blipFill>
          <a:blip r:embed="rId5"/>
          <a:srcRect l="3779" t="0" r="0" b="0"/>
          <a:stretch/>
        </p:blipFill>
        <p:spPr bwMode="auto">
          <a:xfrm flipH="0" flipV="0">
            <a:off x="826153" y="3768959"/>
            <a:ext cx="6649182" cy="3190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1503720" name="Группа 20"/>
          <p:cNvGrpSpPr/>
          <p:nvPr/>
        </p:nvGrpSpPr>
        <p:grpSpPr bwMode="auto">
          <a:xfrm>
            <a:off x="10451427" y="3983486"/>
            <a:ext cx="130628" cy="563076"/>
            <a:chOff x="7081440" y="2245999"/>
            <a:chExt cx="130628" cy="563076"/>
          </a:xfrm>
        </p:grpSpPr>
        <p:sp>
          <p:nvSpPr>
            <p:cNvPr id="986858566" name="Овал 21"/>
            <p:cNvSpPr/>
            <p:nvPr/>
          </p:nvSpPr>
          <p:spPr bwMode="auto">
            <a:xfrm>
              <a:off x="7081443" y="2245999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46333151" name="Овал 22"/>
            <p:cNvSpPr/>
            <p:nvPr/>
          </p:nvSpPr>
          <p:spPr bwMode="auto">
            <a:xfrm>
              <a:off x="7081440" y="2471396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89000160" name="Овал 23"/>
            <p:cNvSpPr/>
            <p:nvPr/>
          </p:nvSpPr>
          <p:spPr bwMode="auto">
            <a:xfrm>
              <a:off x="7081440" y="2678446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123126933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841B2BE-A332-56D3-D921-96EC97108FCF}" type="slidenum">
              <a:rPr lang="ru-RU"/>
              <a:t/>
            </a:fld>
            <a:endParaRPr lang="ru-RU"/>
          </a:p>
        </p:txBody>
      </p:sp>
      <p:sp>
        <p:nvSpPr>
          <p:cNvPr id="39826324" name="Google Shape;70;p3"/>
          <p:cNvSpPr txBox="1"/>
          <p:nvPr>
            <p:ph type="title"/>
          </p:nvPr>
        </p:nvSpPr>
        <p:spPr bwMode="auto">
          <a:xfrm>
            <a:off x="838197" y="365123"/>
            <a:ext cx="9257905" cy="69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/>
            </a:pPr>
            <a:r>
              <a:rPr lang="ru-RU" sz="6000">
                <a:latin typeface="Bahnschrift"/>
                <a:ea typeface="Bahnschrift"/>
                <a:cs typeface="Bahnschrift"/>
              </a:rPr>
              <a:t>Как сделано?</a:t>
            </a:r>
            <a:endParaRPr sz="6000">
              <a:latin typeface="Bahnschrift"/>
              <a:cs typeface="Bahnschrift"/>
            </a:endParaRPr>
          </a:p>
        </p:txBody>
      </p:sp>
      <p:sp>
        <p:nvSpPr>
          <p:cNvPr id="1263108070" name=""/>
          <p:cNvSpPr txBox="1"/>
          <p:nvPr/>
        </p:nvSpPr>
        <p:spPr bwMode="auto">
          <a:xfrm flipH="0" flipV="0">
            <a:off x="991008" y="1813412"/>
            <a:ext cx="10279504" cy="3383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3600">
                <a:latin typeface="Candara"/>
                <a:ea typeface="Candara"/>
                <a:cs typeface="Candara"/>
              </a:rPr>
              <a:t>3D-графика и физика реализованы с помощью библиотеки Bullet</a:t>
            </a:r>
            <a:endParaRPr sz="3600">
              <a:latin typeface="Candara"/>
              <a:cs typeface="Candar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3600">
                <a:latin typeface="Candara"/>
                <a:ea typeface="Candara"/>
                <a:cs typeface="Candara"/>
              </a:rPr>
              <a:t> Для управления объектами использована библиотека Ashley</a:t>
            </a:r>
            <a:endParaRPr sz="3600">
              <a:latin typeface="Candara"/>
              <a:cs typeface="Candar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3600">
                <a:latin typeface="Candara"/>
                <a:ea typeface="Candara"/>
                <a:cs typeface="Candara"/>
              </a:rPr>
              <a:t>3D-модели созданы в ПО Blender 3D</a:t>
            </a:r>
            <a:endParaRPr sz="3600">
              <a:latin typeface="Candara"/>
              <a:ea typeface="Candara"/>
              <a:cs typeface="Candara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3600">
                <a:latin typeface="Candara"/>
                <a:ea typeface="Candara"/>
                <a:cs typeface="Candara"/>
              </a:rPr>
              <a:t>Мультиплеер с помощью KryoNet</a:t>
            </a:r>
            <a:endParaRPr sz="3600"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386377" name="Группа 20"/>
          <p:cNvGrpSpPr/>
          <p:nvPr/>
        </p:nvGrpSpPr>
        <p:grpSpPr bwMode="auto">
          <a:xfrm>
            <a:off x="10451427" y="3983486"/>
            <a:ext cx="130628" cy="563076"/>
            <a:chOff x="7081440" y="2245999"/>
            <a:chExt cx="130628" cy="563076"/>
          </a:xfrm>
        </p:grpSpPr>
        <p:sp>
          <p:nvSpPr>
            <p:cNvPr id="432435338" name="Овал 21"/>
            <p:cNvSpPr/>
            <p:nvPr/>
          </p:nvSpPr>
          <p:spPr bwMode="auto">
            <a:xfrm>
              <a:off x="7081443" y="2245999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936942551" name="Овал 22"/>
            <p:cNvSpPr/>
            <p:nvPr/>
          </p:nvSpPr>
          <p:spPr bwMode="auto">
            <a:xfrm>
              <a:off x="7081440" y="2471396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487889090" name="Овал 23"/>
            <p:cNvSpPr/>
            <p:nvPr/>
          </p:nvSpPr>
          <p:spPr bwMode="auto">
            <a:xfrm>
              <a:off x="7081440" y="2678446"/>
              <a:ext cx="130627" cy="1306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877062296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CEF3F44-60EB-2897-88D3-5B6902FE7711}" type="slidenum">
              <a:rPr lang="ru-RU"/>
              <a:t/>
            </a:fld>
            <a:endParaRPr lang="ru-RU"/>
          </a:p>
        </p:txBody>
      </p:sp>
      <p:sp>
        <p:nvSpPr>
          <p:cNvPr id="128129589" name="Google Shape;70;p3"/>
          <p:cNvSpPr txBox="1"/>
          <p:nvPr>
            <p:ph type="title"/>
          </p:nvPr>
        </p:nvSpPr>
        <p:spPr bwMode="auto">
          <a:xfrm>
            <a:off x="838197" y="365123"/>
            <a:ext cx="9257905" cy="69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/>
            </a:pPr>
            <a:r>
              <a:rPr lang="ru-RU" sz="6000">
                <a:latin typeface="Bahnschrift"/>
                <a:ea typeface="Bahnschrift"/>
                <a:cs typeface="Bahnschrift"/>
              </a:rPr>
              <a:t>Перспективы развития</a:t>
            </a:r>
            <a:endParaRPr sz="6000">
              <a:latin typeface="Bahnschrift"/>
              <a:cs typeface="Bahnschrift"/>
            </a:endParaRPr>
          </a:p>
        </p:txBody>
      </p:sp>
      <p:sp>
        <p:nvSpPr>
          <p:cNvPr id="1672182180" name=""/>
          <p:cNvSpPr txBox="1"/>
          <p:nvPr/>
        </p:nvSpPr>
        <p:spPr bwMode="auto">
          <a:xfrm flipH="0" flipV="0">
            <a:off x="915662" y="1737180"/>
            <a:ext cx="9994327" cy="3383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latin typeface="Candara"/>
                <a:ea typeface="Candara"/>
                <a:cs typeface="Candara"/>
              </a:rPr>
              <a:t>В будущем мы планируем развить сюжет игры, добавить новых монстров, разные виды оружия и новые механики. Всё это возможно благодаря грамотному созданию объектов на основе компонентов библиотеки Ashley, что позволит без проблем расширять границы игрового мира.</a:t>
            </a:r>
            <a:endParaRPr sz="3600"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93103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7BFC371-FC47-14A5-6DAF-2DACA7F6646E}" type="slidenum">
              <a:rPr lang="ru-RU"/>
              <a:t/>
            </a:fld>
            <a:endParaRPr lang="ru-RU"/>
          </a:p>
        </p:txBody>
      </p:sp>
      <p:sp>
        <p:nvSpPr>
          <p:cNvPr id="1922091947" name="Google Shape;70;p3"/>
          <p:cNvSpPr txBox="1"/>
          <p:nvPr>
            <p:ph type="title"/>
          </p:nvPr>
        </p:nvSpPr>
        <p:spPr bwMode="auto">
          <a:xfrm>
            <a:off x="838197" y="365123"/>
            <a:ext cx="9257905" cy="69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ctr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/>
            </a:pPr>
            <a:r>
              <a:rPr lang="ru-RU" sz="6000">
                <a:latin typeface="Bahnschrift"/>
                <a:ea typeface="Bahnschrift"/>
                <a:cs typeface="Bahnschrift"/>
              </a:rPr>
              <a:t>Итоги</a:t>
            </a:r>
            <a:endParaRPr sz="6000">
              <a:latin typeface="Bahnschrift"/>
              <a:cs typeface="Bahnschrift"/>
            </a:endParaRPr>
          </a:p>
        </p:txBody>
      </p:sp>
      <p:sp>
        <p:nvSpPr>
          <p:cNvPr id="1722891717" name=""/>
          <p:cNvSpPr txBox="1"/>
          <p:nvPr/>
        </p:nvSpPr>
        <p:spPr bwMode="auto">
          <a:xfrm flipH="0" flipV="0">
            <a:off x="1098834" y="1370832"/>
            <a:ext cx="10289167" cy="4968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200">
                <a:latin typeface="Candara"/>
                <a:cs typeface="Candara"/>
              </a:rPr>
              <a:t>Мы создали игру с поддержкой мультиплеера, на примере которой разобрали принципы разработки 3D игры на libGDX. В процессе создания мы сталкивались с проблемой дефицита информации о таком способе разработки. </a:t>
            </a:r>
            <a:r>
              <a:rPr sz="3200">
                <a:latin typeface="Candara"/>
                <a:cs typeface="Candara"/>
              </a:rPr>
              <a:t>Теперь люди, которые хотят создать нечто подобное, могут воспользоваться исходным кодом игры для реализации собственного проекта.</a:t>
            </a:r>
            <a:endParaRPr sz="3200">
              <a:latin typeface="Candara"/>
              <a:cs typeface="Candara"/>
            </a:endParaRPr>
          </a:p>
          <a:p>
            <a:pPr>
              <a:defRPr/>
            </a:pPr>
            <a:endParaRPr sz="3200">
              <a:latin typeface="Candara"/>
              <a:cs typeface="Candara"/>
            </a:endParaRPr>
          </a:p>
          <a:p>
            <a:pPr>
              <a:defRPr/>
            </a:pPr>
            <a:r>
              <a:rPr sz="3200">
                <a:latin typeface="Candara"/>
                <a:cs typeface="Candara"/>
              </a:rPr>
              <a:t>Э</a:t>
            </a:r>
            <a:r>
              <a:rPr sz="3200">
                <a:latin typeface="Candara"/>
                <a:cs typeface="Candara"/>
              </a:rPr>
              <a:t>то не конец - игра может развиваться, меняться и дополняться. </a:t>
            </a:r>
            <a:endParaRPr sz="3200"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4294967295"/>
          </p:nvPr>
        </p:nvSpPr>
        <p:spPr bwMode="auto">
          <a:xfrm>
            <a:off x="0" y="6356350"/>
            <a:ext cx="2743200" cy="365125"/>
          </a:xfrm>
        </p:spPr>
        <p:txBody>
          <a:bodyPr/>
          <a:lstStyle/>
          <a:p>
            <a:pPr>
              <a:defRPr/>
            </a:pPr>
            <a:fld id="{E5875349-B8FF-4EAF-9758-1B6C76217467}" type="datetime1">
              <a:rPr lang="ru-RU"/>
              <a:t>11.01.2021</a:t>
            </a:fld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799" y="6356350"/>
            <a:ext cx="2743200" cy="365125"/>
          </a:xfrm>
        </p:spPr>
        <p:txBody>
          <a:bodyPr/>
          <a:lstStyle/>
          <a:p>
            <a:pPr>
              <a:defRPr/>
            </a:pPr>
            <a:fld id="{2D0A6DE4-523C-4F70-BC59-CD9CEAB9BA4C}" type="slidenum">
              <a:rPr lang="ru-RU"/>
              <a:t>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56173" y="3239207"/>
            <a:ext cx="2479652" cy="379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r"/>
      </p:transition>
    </mc:Choice>
    <mc:Fallback>
      <p:transition spd="med" advClick="1">
        <p:wipe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072384" name=""/>
          <p:cNvSpPr txBox="1"/>
          <p:nvPr/>
        </p:nvSpPr>
        <p:spPr bwMode="auto">
          <a:xfrm flipH="0" flipV="0">
            <a:off x="636911" y="2166470"/>
            <a:ext cx="10093213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ndara"/>
                <a:ea typeface="Candara"/>
                <a:cs typeface="Candara"/>
              </a:rPr>
              <a:t>Github: </a:t>
            </a:r>
            <a:r>
              <a:rPr lang="ru-RU" sz="2600" b="0" i="0" u="sng" strike="noStrike" cap="none" spc="0">
                <a:solidFill>
                  <a:schemeClr val="tx1"/>
                </a:solidFill>
                <a:latin typeface="Candara"/>
                <a:ea typeface="Candara"/>
                <a:cs typeface="Candara"/>
                <a:hlinkClick r:id="rId3" tooltip="https://github.com/heemesss/game_java"/>
              </a:rPr>
              <a:t>https://github.com/heemesss/game_java</a:t>
            </a:r>
            <a:endParaRPr sz="2600">
              <a:latin typeface="Candara"/>
              <a:cs typeface="Candara"/>
            </a:endParaRPr>
          </a:p>
          <a:p>
            <a:pPr>
              <a:defRPr/>
            </a:pPr>
            <a:r>
              <a:rPr sz="2600">
                <a:latin typeface="Candara"/>
                <a:ea typeface="Candara"/>
                <a:cs typeface="Candara"/>
              </a:rPr>
              <a:t>RuStore: 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Candara"/>
                <a:ea typeface="Candara"/>
                <a:cs typeface="Candara"/>
              </a:rPr>
              <a:t>https://www.rustore.ru/catalog/app/com.deeep.spaceglad</a:t>
            </a:r>
            <a:endParaRPr sz="2600"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En">
  <a:themeElements>
    <a:clrScheme name="Другая 1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 En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ONLYOFFICE/8.2.2.22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Theme 1</vt:lpstr>
      <vt:lpstr>Theme 2</vt:lpstr>
      <vt:lpstr>Theme 3</vt:lpstr>
      <vt:lpstr>Theme 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Presentation</dc:title>
  <dc:creator>Roman Lesovoy</dc:creator>
  <cp:lastModifiedBy/>
  <cp:revision>35</cp:revision>
  <dcterms:created xsi:type="dcterms:W3CDTF">2020-05-25T08:37:09Z</dcterms:created>
  <dcterms:modified xsi:type="dcterms:W3CDTF">2025-06-11T09:48:21Z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C:\Users\grebenkina.a\Downloads\SAMSUNG_IT_School_Presentation_Template_2020_PR (2).pptx</vt:lpwstr>
  </property>
</Properties>
</file>