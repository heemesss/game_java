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7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Layouts/slideLayout21.xml" ContentType="application/vnd.openxmlformats-officedocument.presentationml.slideLayout+xml"/>
  <Override PartName="/ppt/slideMasters/slideMaster17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26.xml" ContentType="application/vnd.openxmlformats-officedocument.presentationml.slideLayout+xml"/>
  <Override PartName="/ppt/slideMasters/slideMaster16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9.xml" ContentType="application/vnd.openxmlformats-officedocument.theme+xml"/>
  <Override PartName="/ppt/theme/theme18.xml" ContentType="application/vnd.openxmlformats-officedocument.theme+xml"/>
  <Override PartName="/ppt/slideLayouts/slideLayout8.xml" ContentType="application/vnd.openxmlformats-officedocument.presentationml.slideLayout+xml"/>
  <Override PartName="/ppt/theme/theme17.xml" ContentType="application/vnd.openxmlformats-officedocument.them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theme/theme21.xml" ContentType="application/vnd.openxmlformats-officedocument.theme+xml"/>
  <Override PartName="/ppt/slideMasters/slideMaster12.xml" ContentType="application/vnd.openxmlformats-officedocument.presentationml.slideMaster+xml"/>
  <Override PartName="/ppt/theme/theme13.xml" ContentType="application/vnd.openxmlformats-officedocument.theme+xml"/>
  <Override PartName="/ppt/slideMasters/slideMaster20.xml" ContentType="application/vnd.openxmlformats-officedocument.presentationml.slideMaster+xml"/>
  <Override PartName="/ppt/slides/slide8.xml" ContentType="application/vnd.openxmlformats-officedocument.presentationml.slide+xml"/>
  <Override PartName="/ppt/theme/theme11.xml" ContentType="application/vnd.openxmlformats-officedocument.theme+xml"/>
  <Override PartName="/ppt/theme/theme10.xml" ContentType="application/vnd.openxmlformats-officedocument.theme+xml"/>
  <Override PartName="/ppt/notesMasters/notesMaster1.xml" ContentType="application/vnd.openxmlformats-officedocument.presentationml.notesMaster+xml"/>
  <Override PartName="/ppt/theme/theme9.xml" ContentType="application/vnd.openxmlformats-officedocument.theme+xml"/>
  <Override PartName="/ppt/theme/theme12.xml" ContentType="application/vnd.openxmlformats-officedocument.theme+xml"/>
  <Override PartName="/ppt/slides/slide3.xml" ContentType="application/vnd.openxmlformats-officedocument.presentationml.slide+xml"/>
  <Override PartName="/ppt/theme/theme14.xml" ContentType="application/vnd.openxmlformats-officedocument.theme+xml"/>
  <Override PartName="/ppt/theme/theme16.xml" ContentType="application/vnd.openxmlformats-officedocument.theme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4.xml" ContentType="application/vnd.openxmlformats-officedocument.theme+xml"/>
  <Override PartName="/ppt/theme/theme6.xml" ContentType="application/vnd.openxmlformats-officedocument.theme+xml"/>
  <Override PartName="/ppt/slideMasters/slideMaster4.xml" ContentType="application/vnd.openxmlformats-officedocument.presentationml.slideMaster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Masters/slideMaster13.xml" ContentType="application/vnd.openxmlformats-officedocument.presentationml.slideMaster+xml"/>
  <Override PartName="/ppt/theme/theme2.xml" ContentType="application/vnd.openxmlformats-officedocument.theme+xml"/>
  <Override PartName="/ppt/theme/theme22.xml" ContentType="application/vnd.openxmlformats-officedocument.theme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tableStyles.xml" ContentType="application/vnd.openxmlformats-officedocument.presentationml.tableStyles+xml"/>
  <Override PartName="/ppt/theme/theme20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5.xml" ContentType="application/vnd.openxmlformats-officedocument.theme+xml"/>
  <Override PartName="/ppt/slideLayouts/slideLayout29.xml" ContentType="application/vnd.openxmlformats-officedocument.presentationml.slideLayout+xml"/>
  <Override PartName="/ppt/theme/theme8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</p:sldMasterIdLst>
  <p:notesMasterIdLst>
    <p:notesMasterId r:id="rId53"/>
  </p:notesMasterIdLst>
  <p:sldIdLst>
    <p:sldId id="256" r:id="rId44"/>
    <p:sldId id="257" r:id="rId45"/>
    <p:sldId id="258" r:id="rId46"/>
    <p:sldId id="259" r:id="rId47"/>
    <p:sldId id="260" r:id="rId48"/>
    <p:sldId id="261" r:id="rId49"/>
    <p:sldId id="262" r:id="rId50"/>
    <p:sldId id="263" r:id="rId51"/>
    <p:sldId id="264" r:id="rId52"/>
  </p:sldIdLst>
  <p:sldSz cx="12192000" cy="6858000"/>
  <p:notesSz cx="6858000" cy="12192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86390848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theme" Target="theme/theme1.xml"/><Relationship Id="rId23" Type="http://schemas.openxmlformats.org/officeDocument/2006/relationships/theme" Target="theme/theme2.xml"/><Relationship Id="rId24" Type="http://schemas.openxmlformats.org/officeDocument/2006/relationships/theme" Target="theme/theme3.xml"/><Relationship Id="rId25" Type="http://schemas.openxmlformats.org/officeDocument/2006/relationships/theme" Target="theme/theme4.xml"/><Relationship Id="rId26" Type="http://schemas.openxmlformats.org/officeDocument/2006/relationships/theme" Target="theme/theme5.xml"/><Relationship Id="rId27" Type="http://schemas.openxmlformats.org/officeDocument/2006/relationships/theme" Target="theme/theme6.xml"/><Relationship Id="rId28" Type="http://schemas.openxmlformats.org/officeDocument/2006/relationships/theme" Target="theme/theme7.xml"/><Relationship Id="rId29" Type="http://schemas.openxmlformats.org/officeDocument/2006/relationships/theme" Target="theme/theme8.xml"/><Relationship Id="rId30" Type="http://schemas.openxmlformats.org/officeDocument/2006/relationships/theme" Target="theme/theme9.xml"/><Relationship Id="rId31" Type="http://schemas.openxmlformats.org/officeDocument/2006/relationships/theme" Target="theme/theme10.xml"/><Relationship Id="rId32" Type="http://schemas.openxmlformats.org/officeDocument/2006/relationships/theme" Target="theme/theme11.xml"/><Relationship Id="rId33" Type="http://schemas.openxmlformats.org/officeDocument/2006/relationships/theme" Target="theme/theme12.xml"/><Relationship Id="rId34" Type="http://schemas.openxmlformats.org/officeDocument/2006/relationships/theme" Target="theme/theme13.xml"/><Relationship Id="rId35" Type="http://schemas.openxmlformats.org/officeDocument/2006/relationships/theme" Target="theme/theme14.xml"/><Relationship Id="rId36" Type="http://schemas.openxmlformats.org/officeDocument/2006/relationships/theme" Target="theme/theme15.xml"/><Relationship Id="rId37" Type="http://schemas.openxmlformats.org/officeDocument/2006/relationships/theme" Target="theme/theme16.xml"/><Relationship Id="rId38" Type="http://schemas.openxmlformats.org/officeDocument/2006/relationships/theme" Target="theme/theme17.xml"/><Relationship Id="rId39" Type="http://schemas.openxmlformats.org/officeDocument/2006/relationships/theme" Target="theme/theme18.xml"/><Relationship Id="rId40" Type="http://schemas.openxmlformats.org/officeDocument/2006/relationships/theme" Target="theme/theme19.xml"/><Relationship Id="rId41" Type="http://schemas.openxmlformats.org/officeDocument/2006/relationships/theme" Target="theme/theme20.xml"/><Relationship Id="rId42" Type="http://schemas.openxmlformats.org/officeDocument/2006/relationships/theme" Target="theme/theme21.xml"/><Relationship Id="rId43" Type="http://schemas.openxmlformats.org/officeDocument/2006/relationships/theme" Target="theme/theme22.xml"/><Relationship Id="rId44" Type="http://schemas.openxmlformats.org/officeDocument/2006/relationships/slide" Target="slides/slide1.xml"/><Relationship Id="rId45" Type="http://schemas.openxmlformats.org/officeDocument/2006/relationships/slide" Target="slides/slide2.xml"/><Relationship Id="rId46" Type="http://schemas.openxmlformats.org/officeDocument/2006/relationships/slide" Target="slides/slide3.xml"/><Relationship Id="rId47" Type="http://schemas.openxmlformats.org/officeDocument/2006/relationships/slide" Target="slides/slide4.xml"/><Relationship Id="rId48" Type="http://schemas.openxmlformats.org/officeDocument/2006/relationships/slide" Target="slides/slide5.xml"/><Relationship Id="rId49" Type="http://schemas.openxmlformats.org/officeDocument/2006/relationships/slide" Target="slides/slide6.xml"/><Relationship Id="rId50" Type="http://schemas.openxmlformats.org/officeDocument/2006/relationships/slide" Target="slides/slide7.xml"/><Relationship Id="rId51" Type="http://schemas.openxmlformats.org/officeDocument/2006/relationships/slide" Target="slides/slide8.xml"/><Relationship Id="rId52" Type="http://schemas.openxmlformats.org/officeDocument/2006/relationships/slide" Target="slides/slide9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 /><Relationship Id="rId55" Type="http://schemas.openxmlformats.org/officeDocument/2006/relationships/tableStyles" Target="tableStyles.xml" /><Relationship Id="rId5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B90B39-7EB4-A8D3-C4E9-72ECE6DD7A59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27A93-37CD-BF68-ACA7-E3092B01159F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519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606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51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E5CDBC-BA2F-ABE5-88A8-C4613DF2D85D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927BC0-BC13-7110-1A92-2F9990AC1BDD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D6986-43B0-4619-83E0-60E6362065E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912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669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259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10FF7-849E-336F-0B1B-7B1E2A1142A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986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533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56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1CA0F0-87F9-22D7-414B-09D0F9B25EA5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221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8725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50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6357DD-DE2A-6B27-D3E7-306E9D38CA49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92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098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74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FB8E3-62E8-DD19-F2F7-023D39D35AB6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" name="Shape 272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73" name="Shape 273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51D6191F-B55F-414E-9683-717D738FBB72}" type="slidenum">
              <a:rPr/>
              <a:t>&lt;#&gt;</a:t>
            </a:fld>
            <a:endParaRPr/>
          </a:p>
        </p:txBody>
      </p:sp>
      <p:sp>
        <p:nvSpPr>
          <p:cNvPr id="274" name="Shape 274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" name="Shape 258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59" name="Shape 259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CC38E95A-5586-4BC8-89E5-043C33923285}" type="slidenum">
              <a:rPr/>
              <a:t>&lt;#&gt;</a:t>
            </a:fld>
            <a:endParaRPr/>
          </a:p>
        </p:txBody>
      </p:sp>
      <p:sp>
        <p:nvSpPr>
          <p:cNvPr id="260" name="Shape 260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" name="Shape 262" hidden="0"/>
          <p:cNvSpPr txBox="1"/>
          <p:nvPr isPhoto="0">
            <p:ph type="title" idx="3"/>
          </p:nvPr>
        </p:nvSpPr>
        <p:spPr bwMode="auto">
          <a:xfrm rot="0" flipH="0" flipV="0"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>
              <a:defRPr/>
            </a:pP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263" name="Shape 263" hidden="0"/>
          <p:cNvSpPr txBox="1"/>
          <p:nvPr isPhoto="0">
            <p:ph type="subTitle" idx="3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 algn="ctr">
              <a:defRPr/>
            </a:pPr>
            <a:endParaRPr sz="3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Shape 264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65" name="Shape 265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1A22EB69-80D5-40A5-91F6-33019289F03A}" type="slidenum">
              <a:rPr/>
              <a:t>&lt;#&gt;</a:t>
            </a:fld>
            <a:endParaRPr/>
          </a:p>
        </p:txBody>
      </p:sp>
      <p:sp>
        <p:nvSpPr>
          <p:cNvPr id="266" name="Shape 266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" name="Shape 254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55" name="Shape 255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A2CFEA9A-BD6F-4DC2-89C0-44F559B8CB31}" type="slidenum">
              <a:rPr/>
              <a:t>&lt;#&gt;</a:t>
            </a:fld>
            <a:endParaRPr/>
          </a:p>
        </p:txBody>
      </p:sp>
      <p:sp>
        <p:nvSpPr>
          <p:cNvPr id="256" name="Shape 256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" name="Shape 276" hidden="0"/>
          <p:cNvSpPr txBox="1"/>
          <p:nvPr isPhoto="0">
            <p:ph type="title" idx="5"/>
          </p:nvPr>
        </p:nvSpPr>
        <p:spPr bwMode="auto">
          <a:xfrm rot="0" flipH="0" flipV="0"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>
              <a:defRPr/>
            </a:pP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277" name="Shape 277" hidden="0"/>
          <p:cNvSpPr txBox="1"/>
          <p:nvPr isPhoto="0">
            <p:ph type="subTitle" idx="5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 algn="ctr">
              <a:defRPr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Shape 278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79" name="Shape 279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AC7453FC-CFAE-4A9D-8F99-7F0236475BBE}" type="slidenum">
              <a:rPr/>
              <a:t>&lt;#&gt;</a:t>
            </a:fld>
            <a:endParaRPr/>
          </a:p>
        </p:txBody>
      </p:sp>
      <p:sp>
        <p:nvSpPr>
          <p:cNvPr id="280" name="Shape 280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" name="Shape 284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85" name="Shape 285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60F5EF92-01BB-4EEB-884B-50CA4B7CF156}" type="slidenum">
              <a:rPr/>
              <a:t>&lt;#&gt;</a:t>
            </a:fld>
            <a:endParaRPr/>
          </a:p>
        </p:txBody>
      </p:sp>
      <p:sp>
        <p:nvSpPr>
          <p:cNvPr id="286" name="Shape 286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" name="Shape 247" hidden="0"/>
          <p:cNvSpPr txBox="1"/>
          <p:nvPr isPhoto="0">
            <p:ph type="title" idx="7"/>
          </p:nvPr>
        </p:nvSpPr>
        <p:spPr bwMode="auto">
          <a:xfrm rot="0" flipH="0" flipV="0"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>
              <a:defRPr/>
            </a:pP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248" name="Shape 248" hidden="0"/>
          <p:cNvSpPr txBox="1"/>
          <p:nvPr isPhoto="0">
            <p:ph type="subTitle" idx="7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 algn="ctr">
              <a:defRPr/>
            </a:pPr>
            <a:endParaRPr sz="3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Shape 249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50" name="Shape 250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45ACF42E-8B78-441F-9EA5-4A065377C096}" type="slidenum">
              <a:rPr/>
              <a:t>&lt;#&gt;</a:t>
            </a:fld>
            <a:endParaRPr/>
          </a:p>
        </p:txBody>
      </p:sp>
      <p:sp>
        <p:nvSpPr>
          <p:cNvPr id="251" name="Shape 251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" name="Shape 288" hidden="0"/>
          <p:cNvSpPr txBox="1"/>
          <p:nvPr isPhoto="0">
            <p:ph type="title" idx="8"/>
          </p:nvPr>
        </p:nvSpPr>
        <p:spPr bwMode="auto">
          <a:xfrm rot="0" flipH="0" flipV="0"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>
              <a:defRPr/>
            </a:pP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289" name="Shape 289" hidden="0"/>
          <p:cNvSpPr txBox="1"/>
          <p:nvPr isPhoto="0">
            <p:ph type="subTitle" idx="8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/>
            <a:lvl1pPr lvl="0"/>
          </a:lstStyle>
          <a:p>
            <a:pPr marL="0" indent="0" algn="ctr">
              <a:defRPr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Shape 290" hidden="0"/>
          <p:cNvSpPr txBox="1"/>
          <p:nvPr isPhoto="0">
            <p:ph type="ftr" idx="11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91" name="Shape 291" hidden="0"/>
          <p:cNvSpPr txBox="1"/>
          <p:nvPr isPhoto="0">
            <p:ph type="sldNum" idx="12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fld id="{497E7BAA-BA40-4436-B9BA-B2CF8667AC2E}" type="slidenum">
              <a:rPr/>
              <a:t>&lt;#&gt;</a:t>
            </a:fld>
            <a:endParaRPr/>
          </a:p>
        </p:txBody>
      </p:sp>
      <p:sp>
        <p:nvSpPr>
          <p:cNvPr id="292" name="Shape 292" hidden="0"/>
          <p:cNvSpPr txBox="1"/>
          <p:nvPr isPhoto="0">
            <p:ph type="dt" idx="10"/>
          </p:nvPr>
        </p:nvSpPr>
        <p:spPr bwMode="auto"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4"/>
            <a:ext cx="6172200" cy="487362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1825624"/>
            <a:ext cx="10515600" cy="43513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Relationship Id="rId3" Type="http://schemas.openxmlformats.org/officeDocument/2006/relationships/image" Target="../media/image1.jpg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Relationship Id="rId3" Type="http://schemas.openxmlformats.org/officeDocument/2006/relationships/image" Target="../media/image3.png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Masters/_rels/slideMaster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Masters/_rels/slideMaster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3.xml"/><Relationship Id="rId3" Type="http://schemas.openxmlformats.org/officeDocument/2006/relationships/image" Target="../media/image3.png"/></Relationships>
</file>

<file path=ppt/slideMasters/_rels/slideMaster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Masters/_rels/slideMaster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1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Masters/_rels/slideMaster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Masters/_rels/slideMaster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18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Masters/_rels/slideMaster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20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Masters/_rels/slideMaster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3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hape 5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&lt;дата/время&gt;</a:t>
            </a:r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6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sz="14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hape 7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8268E4D9-7F1F-40FA-AC39-94839E97A7CB}" type="slidenum"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8" hidden="0"/>
          <p:cNvSpPr txBox="1"/>
          <p:nvPr isPhoto="0">
            <p:ph type="title" idx="0"/>
          </p:nvPr>
        </p:nvSpPr>
        <p:spPr bwMode="auto">
          <a:xfrm rot="0" flipH="0" flipV="0">
            <a:off x="838080" y="365040"/>
            <a:ext cx="9257400" cy="6904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100000" lnSpcReduction="0"/>
          </a:bodyPr>
          <a:p>
            <a:pPr marL="0" indent="0">
              <a:lnSpc>
                <a:spcPct val="80000"/>
              </a:lnSpc>
              <a:defRPr/>
            </a:pPr>
            <a:r>
              <a:rPr sz="3200" b="0" u="none" strike="noStrike">
                <a:solidFill>
                  <a:schemeClr val="dk2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32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pic>
        <p:nvPicPr>
          <p:cNvPr id="10" name="Picture 10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9841680" y="284760"/>
            <a:ext cx="2255760" cy="792360"/>
          </a:xfrm>
          <a:prstGeom prst="rect">
            <a:avLst/>
          </a:prstGeom>
          <a:ln w="0">
            <a:noFill/>
          </a:ln>
        </p:spPr>
      </p:pic>
      <p:grpSp>
        <p:nvGrpSpPr>
          <p:cNvPr id="11" name="Shape 11" hidden="0"/>
          <p:cNvGrpSpPr/>
          <p:nvPr isPhoto="0"/>
        </p:nvGrpSpPr>
        <p:grpSpPr bwMode="auto">
          <a:xfrm rot="0" flipH="0" flipV="0">
            <a:off x="0" y="0"/>
            <a:ext cx="1670400" cy="6858000"/>
            <a:chOff x="0" y="0"/>
            <a:chExt cx="1670400" cy="6858000"/>
          </a:xfrm>
        </p:grpSpPr>
        <p:pic>
          <p:nvPicPr>
            <p:cNvPr id="13" name="Picture 13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5400000" flipH="0" flipV="0">
              <a:off x="-786600" y="78660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" name="Picture 15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16199998" flipH="0" flipV="0">
              <a:off x="-783360" y="440388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7" name="Picture 17" hidden="0"/>
          <p:cNvPicPr/>
          <p:nvPr isPhoto="0"/>
        </p:nvPicPr>
        <p:blipFill>
          <a:blip r:embed="rId4"/>
          <a:srcRect l="50090" t="0" r="0" b="54940"/>
          <a:stretch/>
        </p:blipFill>
        <p:spPr bwMode="auto">
          <a:xfrm rot="16199998" flipH="0" flipV="0">
            <a:off x="9738360" y="4407480"/>
            <a:ext cx="3237480" cy="1663560"/>
          </a:xfrm>
          <a:prstGeom prst="rect">
            <a:avLst/>
          </a:prstGeom>
          <a:ln w="0">
            <a:noFill/>
          </a:ln>
        </p:spPr>
      </p:pic>
      <p:grpSp>
        <p:nvGrpSpPr>
          <p:cNvPr id="18" name="Shape 18" hidden="0"/>
          <p:cNvGrpSpPr/>
          <p:nvPr isPhoto="0"/>
        </p:nvGrpSpPr>
        <p:grpSpPr bwMode="auto">
          <a:xfrm rot="0" flipH="0" flipV="0">
            <a:off x="11621160" y="2572920"/>
            <a:ext cx="570240" cy="1711799"/>
            <a:chOff x="0" y="0"/>
            <a:chExt cx="570240" cy="1711799"/>
          </a:xfrm>
        </p:grpSpPr>
        <p:sp>
          <p:nvSpPr>
            <p:cNvPr id="19" name="Shape 19" hidden="0"/>
            <p:cNvSpPr txBox="0"/>
            <p:nvPr isPhoto="0"/>
          </p:nvSpPr>
          <p:spPr bwMode="auto">
            <a:xfrm rot="0" flipH="0" flipV="0">
              <a:off x="0" y="0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0" name="Shape 20" hidden="0"/>
            <p:cNvSpPr txBox="0"/>
            <p:nvPr isPhoto="0"/>
          </p:nvSpPr>
          <p:spPr bwMode="auto">
            <a:xfrm rot="0" flipH="0" flipV="0">
              <a:off x="0" y="570599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1" name="Shape 21" hidden="0"/>
            <p:cNvSpPr txBox="0"/>
            <p:nvPr isPhoto="0"/>
          </p:nvSpPr>
          <p:spPr bwMode="auto">
            <a:xfrm rot="0" flipH="0" flipV="0">
              <a:off x="0" y="1141559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sp>
        <p:nvSpPr>
          <p:cNvPr id="22" name="Shape 22" hidden="0"/>
          <p:cNvSpPr txBox="0"/>
          <p:nvPr isPhoto="0"/>
        </p:nvSpPr>
        <p:spPr bwMode="auto">
          <a:xfrm rot="0" flipH="0" flipV="0">
            <a:off x="0" y="0"/>
            <a:ext cx="12191760" cy="228240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defRPr/>
            </a:pPr>
            <a:endParaRPr sz="1800" b="0" u="none" strike="noStrike">
              <a:solidFill>
                <a:schemeClr val="lt1"/>
              </a:solidFill>
              <a:latin typeface="SamsungOne 450C"/>
              <a:ea typeface="SamsungOne 450C"/>
              <a:cs typeface="SamsungOne 450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Shape 24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 </a:t>
            </a:r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5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Shape 26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E8DBDB2C-F2F8-4F85-9ED6-90BA3CA099EF}" type="slidenum"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Shape 27" hidden="0"/>
          <p:cNvSpPr txBox="1"/>
          <p:nvPr isPhoto="0">
            <p:ph type="title" idx="1"/>
          </p:nvPr>
        </p:nvSpPr>
        <p:spPr bwMode="auto">
          <a:xfrm rot="0" flipH="0" flipV="0">
            <a:off x="838080" y="365040"/>
            <a:ext cx="9257400" cy="6904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100000" lnSpcReduction="0"/>
          </a:bodyPr>
          <a:p>
            <a:pPr marL="0" indent="0">
              <a:lnSpc>
                <a:spcPct val="80000"/>
              </a:lnSpc>
              <a:defRPr/>
            </a:pPr>
            <a:r>
              <a:rPr sz="3200" b="0" u="none" strike="noStrike">
                <a:solidFill>
                  <a:schemeClr val="dk2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32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pic>
        <p:nvPicPr>
          <p:cNvPr id="29" name="Picture 29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9841680" y="284760"/>
            <a:ext cx="2255760" cy="792360"/>
          </a:xfrm>
          <a:prstGeom prst="rect">
            <a:avLst/>
          </a:prstGeom>
          <a:ln w="0">
            <a:noFill/>
          </a:ln>
        </p:spPr>
      </p:pic>
      <p:grpSp>
        <p:nvGrpSpPr>
          <p:cNvPr id="30" name="Shape 30" hidden="0"/>
          <p:cNvGrpSpPr/>
          <p:nvPr isPhoto="0"/>
        </p:nvGrpSpPr>
        <p:grpSpPr bwMode="auto">
          <a:xfrm rot="0" flipH="0" flipV="0">
            <a:off x="0" y="0"/>
            <a:ext cx="1670400" cy="6858000"/>
            <a:chOff x="0" y="0"/>
            <a:chExt cx="1670400" cy="6858000"/>
          </a:xfrm>
        </p:grpSpPr>
        <p:pic>
          <p:nvPicPr>
            <p:cNvPr id="32" name="Picture 32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5400000" flipH="0" flipV="0">
              <a:off x="-786600" y="78660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4" name="Picture 34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16199998" flipH="0" flipV="0">
              <a:off x="-783360" y="440388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6" name="Picture 36" hidden="0"/>
          <p:cNvPicPr/>
          <p:nvPr isPhoto="0"/>
        </p:nvPicPr>
        <p:blipFill>
          <a:blip r:embed="rId4"/>
          <a:srcRect l="50090" t="0" r="0" b="54940"/>
          <a:stretch/>
        </p:blipFill>
        <p:spPr bwMode="auto">
          <a:xfrm rot="16199998" flipH="0" flipV="0">
            <a:off x="9738360" y="4407480"/>
            <a:ext cx="3237480" cy="1663560"/>
          </a:xfrm>
          <a:prstGeom prst="rect">
            <a:avLst/>
          </a:prstGeom>
          <a:ln w="0">
            <a:noFill/>
          </a:ln>
        </p:spPr>
      </p:pic>
      <p:grpSp>
        <p:nvGrpSpPr>
          <p:cNvPr id="37" name="Shape 37" hidden="0"/>
          <p:cNvGrpSpPr/>
          <p:nvPr isPhoto="0"/>
        </p:nvGrpSpPr>
        <p:grpSpPr bwMode="auto">
          <a:xfrm rot="0" flipH="0" flipV="0">
            <a:off x="11621160" y="2572920"/>
            <a:ext cx="570240" cy="1711799"/>
            <a:chOff x="0" y="0"/>
            <a:chExt cx="570240" cy="1711799"/>
          </a:xfrm>
        </p:grpSpPr>
        <p:sp>
          <p:nvSpPr>
            <p:cNvPr id="38" name="Shape 38" hidden="0"/>
            <p:cNvSpPr txBox="0"/>
            <p:nvPr isPhoto="0"/>
          </p:nvSpPr>
          <p:spPr bwMode="auto">
            <a:xfrm rot="0" flipH="0" flipV="0">
              <a:off x="0" y="0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39" name="Shape 39" hidden="0"/>
            <p:cNvSpPr txBox="0"/>
            <p:nvPr isPhoto="0"/>
          </p:nvSpPr>
          <p:spPr bwMode="auto">
            <a:xfrm rot="0" flipH="0" flipV="0">
              <a:off x="0" y="570599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40" name="Shape 40" hidden="0"/>
            <p:cNvSpPr txBox="0"/>
            <p:nvPr isPhoto="0"/>
          </p:nvSpPr>
          <p:spPr bwMode="auto">
            <a:xfrm rot="0" flipH="0" flipV="0">
              <a:off x="0" y="1141559"/>
              <a:ext cx="570240" cy="570240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</a:gradFill>
            <a:ln>
              <a:noFill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sp>
        <p:nvSpPr>
          <p:cNvPr id="41" name="Shape 41" hidden="0"/>
          <p:cNvSpPr txBox="0"/>
          <p:nvPr isPhoto="0"/>
        </p:nvSpPr>
        <p:spPr bwMode="auto">
          <a:xfrm rot="0" flipH="0" flipV="0">
            <a:off x="0" y="0"/>
            <a:ext cx="12191760" cy="228240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defRPr/>
            </a:pPr>
            <a:endParaRPr sz="1800" b="0" u="none" strike="noStrike">
              <a:solidFill>
                <a:schemeClr val="lt1"/>
              </a:solidFill>
              <a:latin typeface="SamsungOne 450C"/>
              <a:ea typeface="SamsungOne 450C"/>
              <a:cs typeface="SamsungOne 450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" name="Picture 44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2513880" y="2213280"/>
            <a:ext cx="6918839" cy="243072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46" hidden="0"/>
          <p:cNvPicPr/>
          <p:nvPr isPhoto="0"/>
        </p:nvPicPr>
        <p:blipFill>
          <a:blip r:embed="rId4"/>
          <a:srcRect l="23326" t="0" r="0" b="48520"/>
          <a:stretch/>
        </p:blipFill>
        <p:spPr bwMode="auto">
          <a:xfrm rot="0" flipH="0" flipV="0">
            <a:off x="0" y="4380840"/>
            <a:ext cx="6482880" cy="247680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8" hidden="0"/>
          <p:cNvPicPr/>
          <p:nvPr isPhoto="0"/>
        </p:nvPicPr>
        <p:blipFill>
          <a:blip r:embed="rId4"/>
          <a:srcRect l="23326" t="0" r="0" b="48520"/>
          <a:stretch/>
        </p:blipFill>
        <p:spPr bwMode="auto">
          <a:xfrm rot="10800000" flipH="0" flipV="0">
            <a:off x="5709240" y="0"/>
            <a:ext cx="6482879" cy="2476800"/>
          </a:xfrm>
          <a:prstGeom prst="rect">
            <a:avLst/>
          </a:prstGeom>
          <a:ln w="0">
            <a:noFill/>
          </a:ln>
        </p:spPr>
      </p:pic>
      <p:grpSp>
        <p:nvGrpSpPr>
          <p:cNvPr id="49" name="Shape 49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50" name="Shape 50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51" name="Shape 51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52" name="Shape 52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53" name="Shape 53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54" name="Shape 54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55" name="Shape 55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56" name="Shape 56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" name="Picture 59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" name="Picture 62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0" flipH="0" flipV="0">
            <a:off x="0" y="4385880"/>
            <a:ext cx="6420960" cy="247176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64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10800000" flipH="0" flipV="0">
            <a:off x="5771160" y="0"/>
            <a:ext cx="6420960" cy="2471760"/>
          </a:xfrm>
          <a:prstGeom prst="rect">
            <a:avLst/>
          </a:prstGeom>
          <a:ln w="0">
            <a:noFill/>
          </a:ln>
        </p:spPr>
      </p:pic>
      <p:grpSp>
        <p:nvGrpSpPr>
          <p:cNvPr id="65" name="Shape 65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66" name="Shape 66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67" name="Shape 67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68" name="Shape 68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69" name="Shape 69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70" name="Shape 70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71" name="Shape 71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72" name="Shape 72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sp>
        <p:nvSpPr>
          <p:cNvPr id="73" name="Shape 73" hidden="0"/>
          <p:cNvSpPr txBox="1"/>
          <p:nvPr isPhoto="0">
            <p:ph type="title" idx="2"/>
          </p:nvPr>
        </p:nvSpPr>
        <p:spPr bwMode="auto">
          <a:xfrm rot="0" flipH="0" flipV="0"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0" indent="0"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Для правки текста заглавия щёлкните мышью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74" name="Shape 74" hidden="0"/>
          <p:cNvSpPr txBox="1"/>
          <p:nvPr isPhoto="0">
            <p:ph type="body" idx="2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00000" lnSpcReduction="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defRPr/>
            </a:pPr>
            <a:r>
              <a:rPr sz="2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Для правки структуры щёлкните мышью</a:t>
            </a:r>
            <a:endParaRPr sz="2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Второй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Третий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Четвёртый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Пятый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Шестой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Седьмой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" name="Picture 77" hidden="0"/>
          <p:cNvPicPr/>
          <p:nvPr isPhoto="0"/>
        </p:nvPicPr>
        <p:blipFill>
          <a:blip r:embed="rId3"/>
          <a:srcRect l="23326" t="0" r="0" b="48520"/>
          <a:stretch/>
        </p:blipFill>
        <p:spPr bwMode="auto">
          <a:xfrm rot="0" flipH="0" flipV="0">
            <a:off x="0" y="4380840"/>
            <a:ext cx="6482880" cy="247680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79" hidden="0"/>
          <p:cNvPicPr/>
          <p:nvPr isPhoto="0"/>
        </p:nvPicPr>
        <p:blipFill>
          <a:blip r:embed="rId3"/>
          <a:srcRect l="23326" t="0" r="0" b="48520"/>
          <a:stretch/>
        </p:blipFill>
        <p:spPr bwMode="auto">
          <a:xfrm rot="10800000" flipH="0" flipV="0">
            <a:off x="5709240" y="0"/>
            <a:ext cx="6482879" cy="2476800"/>
          </a:xfrm>
          <a:prstGeom prst="rect">
            <a:avLst/>
          </a:prstGeom>
          <a:ln w="0">
            <a:noFill/>
          </a:ln>
        </p:spPr>
      </p:pic>
      <p:grpSp>
        <p:nvGrpSpPr>
          <p:cNvPr id="80" name="Shape 80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81" name="Shape 81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82" name="Shape 82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83" name="Shape 83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84" name="Shape 84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85" name="Shape 85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86" name="Shape 86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87" name="Shape 87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Shape 89" hidden="0"/>
          <p:cNvSpPr txBox="1"/>
          <p:nvPr isPhoto="0">
            <p:ph type="title" idx="3"/>
          </p:nvPr>
        </p:nvSpPr>
        <p:spPr bwMode="auto">
          <a:xfrm rot="0" flipH="0" flipV="0">
            <a:off x="1523880" y="3129840"/>
            <a:ext cx="914364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0" indent="0" algn="ctr">
              <a:lnSpc>
                <a:spcPct val="80000"/>
              </a:lnSpc>
              <a:defRPr/>
            </a:pPr>
            <a:r>
              <a:rPr sz="6000" b="0" u="none" strike="noStrike">
                <a:solidFill>
                  <a:schemeClr val="dk1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6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90" name="Shape 90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 </a:t>
            </a:r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1" name="Shape 91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Shape 92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E7E0BE54-4DBB-42E0-B078-943FE4BA5924}" type="slidenum"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4" name="Picture 94" hidden="0"/>
          <p:cNvPicPr/>
          <p:nvPr isPhoto="0"/>
        </p:nvPicPr>
        <p:blipFill>
          <a:blip r:embed="rId4"/>
          <a:stretch/>
        </p:blipFill>
        <p:spPr bwMode="auto">
          <a:xfrm rot="0" flipH="0" flipV="0">
            <a:off x="3497400" y="1300680"/>
            <a:ext cx="4748400" cy="1668240"/>
          </a:xfrm>
          <a:prstGeom prst="rect">
            <a:avLst/>
          </a:prstGeom>
          <a:ln w="0">
            <a:noFill/>
          </a:ln>
        </p:spPr>
      </p:pic>
      <p:grpSp>
        <p:nvGrpSpPr>
          <p:cNvPr id="95" name="Shape 95" hidden="0"/>
          <p:cNvGrpSpPr/>
          <p:nvPr isPhoto="0"/>
        </p:nvGrpSpPr>
        <p:grpSpPr bwMode="auto">
          <a:xfrm rot="0" flipH="0" flipV="0">
            <a:off x="0" y="9360"/>
            <a:ext cx="1608480" cy="6839280"/>
            <a:chOff x="0" y="0"/>
            <a:chExt cx="1608480" cy="6839280"/>
          </a:xfrm>
        </p:grpSpPr>
        <p:pic>
          <p:nvPicPr>
            <p:cNvPr id="97" name="Picture 97" hidden="0"/>
            <p:cNvPicPr/>
            <p:nvPr isPhoto="0"/>
          </p:nvPicPr>
          <p:blipFill>
            <a:blip r:embed="rId5"/>
            <a:srcRect l="50001" t="13963" r="0" b="54736"/>
            <a:stretch/>
          </p:blipFill>
          <p:spPr bwMode="auto">
            <a:xfrm rot="5400000" flipH="0" flipV="0">
              <a:off x="-1029960" y="1029960"/>
              <a:ext cx="3200760" cy="1140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Picture 99" hidden="0"/>
            <p:cNvPicPr/>
            <p:nvPr isPhoto="0"/>
          </p:nvPicPr>
          <p:blipFill>
            <a:blip r:embed="rId6"/>
            <a:srcRect l="50000" t="55843" r="0" b="0"/>
            <a:stretch/>
          </p:blipFill>
          <p:spPr bwMode="auto">
            <a:xfrm rot="16199998" flipH="0" flipV="0">
              <a:off x="-795960" y="4434480"/>
              <a:ext cx="3200760" cy="1608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Shape 100" hidden="0"/>
          <p:cNvGrpSpPr/>
          <p:nvPr isPhoto="0"/>
        </p:nvGrpSpPr>
        <p:grpSpPr bwMode="auto">
          <a:xfrm rot="0" flipH="0" flipV="0">
            <a:off x="10549800" y="0"/>
            <a:ext cx="1608480" cy="6839280"/>
            <a:chOff x="0" y="0"/>
            <a:chExt cx="1608480" cy="6839280"/>
          </a:xfrm>
        </p:grpSpPr>
        <p:pic>
          <p:nvPicPr>
            <p:cNvPr id="102" name="Picture 102" hidden="0"/>
            <p:cNvPicPr/>
            <p:nvPr isPhoto="0"/>
          </p:nvPicPr>
          <p:blipFill>
            <a:blip r:embed="rId5"/>
            <a:srcRect l="50001" t="13963" r="0" b="54736"/>
            <a:stretch/>
          </p:blipFill>
          <p:spPr bwMode="auto">
            <a:xfrm rot="16199998" flipH="0" flipV="0">
              <a:off x="-562319" y="4668840"/>
              <a:ext cx="3200759" cy="1140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4" name="Picture 104" hidden="0"/>
            <p:cNvPicPr/>
            <p:nvPr isPhoto="0"/>
          </p:nvPicPr>
          <p:blipFill>
            <a:blip r:embed="rId6"/>
            <a:srcRect l="50000" t="55843" r="0" b="0"/>
            <a:stretch/>
          </p:blipFill>
          <p:spPr bwMode="auto">
            <a:xfrm rot="5400000" flipH="0" flipV="0">
              <a:off x="-796320" y="795960"/>
              <a:ext cx="3200760" cy="16084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5" name="Shape 105" hidden="0"/>
          <p:cNvSpPr txBox="1"/>
          <p:nvPr isPhoto="0">
            <p:ph type="body" idx="3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00000" lnSpcReduction="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defRPr/>
            </a:pPr>
            <a:r>
              <a:rPr sz="2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Для правки структуры щёлкните мышью</a:t>
            </a:r>
            <a:endParaRPr sz="2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Второй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Третий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Четвёртый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Пятый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Шестой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Седьмой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Shape 107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 </a:t>
            </a:r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8" name="Shape 108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9" name="Shape 109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9BF36E60-7FE2-40D3-935D-A000CAEF661D}" type="slidenum"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0" name="Shape 110" hidden="0"/>
          <p:cNvSpPr txBox="1"/>
          <p:nvPr isPhoto="0">
            <p:ph type="title" idx="4"/>
          </p:nvPr>
        </p:nvSpPr>
        <p:spPr bwMode="auto">
          <a:xfrm rot="0" flipH="0" flipV="0">
            <a:off x="838080" y="365040"/>
            <a:ext cx="9257400" cy="6904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100000" lnSpcReduction="0"/>
          </a:bodyPr>
          <a:p>
            <a:pPr marL="0" indent="0">
              <a:lnSpc>
                <a:spcPct val="80000"/>
              </a:lnSpc>
              <a:defRPr/>
            </a:pPr>
            <a:r>
              <a:rPr sz="3200" b="0" u="none" strike="noStrike">
                <a:solidFill>
                  <a:schemeClr val="dk1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32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pic>
        <p:nvPicPr>
          <p:cNvPr id="112" name="Picture 112" hidden="0"/>
          <p:cNvPicPr/>
          <p:nvPr isPhoto="0"/>
        </p:nvPicPr>
        <p:blipFill>
          <a:blip r:embed="rId4"/>
          <a:stretch/>
        </p:blipFill>
        <p:spPr bwMode="auto">
          <a:xfrm rot="0" flipH="0" flipV="0">
            <a:off x="9841680" y="284760"/>
            <a:ext cx="2255760" cy="7923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14" hidden="0"/>
          <p:cNvPicPr/>
          <p:nvPr isPhoto="0"/>
        </p:nvPicPr>
        <p:blipFill>
          <a:blip r:embed="rId5"/>
          <a:srcRect l="50001" t="13963" r="0" b="54736"/>
          <a:stretch/>
        </p:blipFill>
        <p:spPr bwMode="auto">
          <a:xfrm rot="5400000" flipH="0" flipV="0">
            <a:off x="-1029960" y="1039320"/>
            <a:ext cx="3200760" cy="114012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116" hidden="0"/>
          <p:cNvPicPr/>
          <p:nvPr isPhoto="0"/>
        </p:nvPicPr>
        <p:blipFill>
          <a:blip r:embed="rId6"/>
          <a:srcRect l="50000" t="55843" r="0" b="0"/>
          <a:stretch/>
        </p:blipFill>
        <p:spPr bwMode="auto">
          <a:xfrm rot="16199998" flipH="0" flipV="0">
            <a:off x="-795960" y="4443840"/>
            <a:ext cx="3200760" cy="160848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118" hidden="0"/>
          <p:cNvPicPr/>
          <p:nvPr isPhoto="0"/>
        </p:nvPicPr>
        <p:blipFill>
          <a:blip r:embed="rId5"/>
          <a:srcRect l="50001" t="13963" r="0" b="54736"/>
          <a:stretch/>
        </p:blipFill>
        <p:spPr bwMode="auto">
          <a:xfrm rot="16199998" flipH="0" flipV="0">
            <a:off x="9987480" y="4668840"/>
            <a:ext cx="3200759" cy="1140120"/>
          </a:xfrm>
          <a:prstGeom prst="rect">
            <a:avLst/>
          </a:prstGeom>
          <a:ln w="0">
            <a:noFill/>
          </a:ln>
        </p:spPr>
      </p:pic>
      <p:sp>
        <p:nvSpPr>
          <p:cNvPr id="119" name="Shape 119" hidden="0"/>
          <p:cNvSpPr txBox="1"/>
          <p:nvPr isPhoto="0">
            <p:ph type="body" idx="4"/>
          </p:nvPr>
        </p:nvSpPr>
        <p:spPr bwMode="auto">
          <a:xfrm rot="0" flipH="0" flipV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100000" lnSpcReduction="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defRPr/>
            </a:pPr>
            <a:r>
              <a:rPr sz="2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Для правки структуры щёлкните мышью</a:t>
            </a:r>
            <a:endParaRPr sz="2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Второй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Третий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defRPr/>
            </a:pPr>
            <a:r>
              <a:rPr sz="18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Четвёртый уровень структуры</a:t>
            </a:r>
            <a:endParaRPr sz="18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Пятый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Шестой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defRPr/>
            </a:pPr>
            <a:r>
              <a:rPr sz="2000" b="0" u="none" strike="noStrike">
                <a:solidFill>
                  <a:schemeClr val="dk1"/>
                </a:solidFill>
                <a:latin typeface="SamsungOne 450C"/>
                <a:ea typeface="SamsungOne 450C"/>
                <a:cs typeface="SamsungOne 450C"/>
              </a:rPr>
              <a:t>Седьмой уровень структуры</a:t>
            </a:r>
            <a:endParaRPr sz="2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Shape 121" hidden="0"/>
          <p:cNvSpPr txBox="1"/>
          <p:nvPr isPhoto="0">
            <p:ph type="title" idx="5"/>
          </p:nvPr>
        </p:nvSpPr>
        <p:spPr bwMode="auto">
          <a:xfrm rot="0" flipH="0" flipV="0">
            <a:off x="1523880" y="3129840"/>
            <a:ext cx="914364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0" indent="0" algn="ctr">
              <a:lnSpc>
                <a:spcPct val="80000"/>
              </a:lnSpc>
              <a:defRPr/>
            </a:pPr>
            <a:r>
              <a:rPr sz="6000" b="0" u="none" strike="noStrike">
                <a:solidFill>
                  <a:schemeClr val="dk2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6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22" name="Shape 122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&lt;дата/время&gt;</a:t>
            </a:r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3" name="Shape 123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sz="14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4" name="Shape 124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4B4ACBDD-49C2-4955-AF9B-3239908A0485}" type="slidenum"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6" name="Picture 126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3497400" y="1300680"/>
            <a:ext cx="4748400" cy="1668240"/>
          </a:xfrm>
          <a:prstGeom prst="rect">
            <a:avLst/>
          </a:prstGeom>
          <a:ln w="0">
            <a:noFill/>
          </a:ln>
        </p:spPr>
      </p:pic>
      <p:grpSp>
        <p:nvGrpSpPr>
          <p:cNvPr id="127" name="Shape 127" hidden="0"/>
          <p:cNvGrpSpPr/>
          <p:nvPr isPhoto="0"/>
        </p:nvGrpSpPr>
        <p:grpSpPr bwMode="auto">
          <a:xfrm rot="0" flipH="0" flipV="0">
            <a:off x="0" y="0"/>
            <a:ext cx="1670400" cy="6858000"/>
            <a:chOff x="0" y="0"/>
            <a:chExt cx="1670400" cy="6858000"/>
          </a:xfrm>
        </p:grpSpPr>
        <p:pic>
          <p:nvPicPr>
            <p:cNvPr id="129" name="Picture 129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5400000" flipH="0" flipV="0">
              <a:off x="-786600" y="78660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1" name="Picture 131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16199998" flipH="0" flipV="0">
              <a:off x="-783360" y="440388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2" name="Shape 132" hidden="0"/>
          <p:cNvGrpSpPr/>
          <p:nvPr isPhoto="0"/>
        </p:nvGrpSpPr>
        <p:grpSpPr bwMode="auto">
          <a:xfrm rot="0" flipH="0" flipV="0">
            <a:off x="10518840" y="0"/>
            <a:ext cx="1670400" cy="6858000"/>
            <a:chOff x="0" y="0"/>
            <a:chExt cx="1670400" cy="6858000"/>
          </a:xfrm>
        </p:grpSpPr>
        <p:pic>
          <p:nvPicPr>
            <p:cNvPr id="134" name="Picture 134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16199998" flipH="0" flipV="0">
              <a:off x="-780480" y="440748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6" name="Picture 136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5400000" flipH="0" flipV="0">
              <a:off x="-783720" y="78336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" name="Picture 139" hidden="0"/>
          <p:cNvPicPr/>
          <p:nvPr isPhoto="0"/>
        </p:nvPicPr>
        <p:blipFill>
          <a:blip r:embed="rId4"/>
          <a:stretch/>
        </p:blipFill>
        <p:spPr bwMode="auto">
          <a:xfrm rot="0" flipH="0" flipV="0">
            <a:off x="2481120" y="2199600"/>
            <a:ext cx="7034760" cy="247140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141" hidden="0"/>
          <p:cNvPicPr/>
          <p:nvPr isPhoto="0"/>
        </p:nvPicPr>
        <p:blipFill>
          <a:blip r:embed="rId5"/>
          <a:srcRect l="23308" t="0" r="584" b="48525"/>
          <a:stretch/>
        </p:blipFill>
        <p:spPr bwMode="auto">
          <a:xfrm rot="0" flipH="0" flipV="0">
            <a:off x="0" y="4385880"/>
            <a:ext cx="6420960" cy="24717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143" hidden="0"/>
          <p:cNvPicPr/>
          <p:nvPr isPhoto="0"/>
        </p:nvPicPr>
        <p:blipFill>
          <a:blip r:embed="rId5"/>
          <a:srcRect l="23308" t="0" r="584" b="48525"/>
          <a:stretch/>
        </p:blipFill>
        <p:spPr bwMode="auto">
          <a:xfrm rot="10800000" flipH="0" flipV="0">
            <a:off x="5771160" y="0"/>
            <a:ext cx="6420960" cy="24717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" name="Picture 146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0" flipH="0" flipV="0">
            <a:off x="0" y="4385880"/>
            <a:ext cx="6420960" cy="247176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48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10800000" flipH="0" flipV="0">
            <a:off x="5771160" y="0"/>
            <a:ext cx="6420960" cy="24717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dt="0" ftr="0" hdr="0" sldNum="0"/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" name="Picture 151" hidden="0"/>
          <p:cNvPicPr/>
          <p:nvPr isPhoto="0"/>
        </p:nvPicPr>
        <p:blipFill>
          <a:blip r:embed="rId3"/>
          <a:srcRect l="23326" t="0" r="0" b="48520"/>
          <a:stretch/>
        </p:blipFill>
        <p:spPr bwMode="auto">
          <a:xfrm rot="0" flipH="0" flipV="0">
            <a:off x="0" y="4380840"/>
            <a:ext cx="6482880" cy="247680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153" hidden="0"/>
          <p:cNvPicPr/>
          <p:nvPr isPhoto="0"/>
        </p:nvPicPr>
        <p:blipFill>
          <a:blip r:embed="rId3"/>
          <a:srcRect l="23326" t="0" r="0" b="48520"/>
          <a:stretch/>
        </p:blipFill>
        <p:spPr bwMode="auto">
          <a:xfrm rot="10800000" flipH="0" flipV="0">
            <a:off x="5709240" y="0"/>
            <a:ext cx="6482879" cy="2476800"/>
          </a:xfrm>
          <a:prstGeom prst="rect">
            <a:avLst/>
          </a:prstGeom>
          <a:ln w="0">
            <a:noFill/>
          </a:ln>
        </p:spPr>
      </p:pic>
      <p:grpSp>
        <p:nvGrpSpPr>
          <p:cNvPr id="154" name="Shape 154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155" name="Shape 155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156" name="Shape 156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157" name="Shape 157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158" name="Shape 158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159" name="Shape 159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160" name="Shape 160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161" name="Shape 161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" name="Shape 163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&lt;дата/время&gt;</a:t>
            </a:r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4" name="Shape 164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sz="14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5" name="Shape 165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1F695430-CF5E-4D48-A8ED-D2BCC451032A}" type="slidenum"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6" name="Shape 166" hidden="0"/>
          <p:cNvSpPr txBox="1"/>
          <p:nvPr isPhoto="0">
            <p:ph type="title" idx="6"/>
          </p:nvPr>
        </p:nvSpPr>
        <p:spPr bwMode="auto">
          <a:xfrm rot="0" flipH="0" flipV="0">
            <a:off x="838080" y="365040"/>
            <a:ext cx="9257400" cy="6904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100000" lnSpcReduction="0"/>
          </a:bodyPr>
          <a:p>
            <a:pPr marL="0" indent="0">
              <a:lnSpc>
                <a:spcPct val="80000"/>
              </a:lnSpc>
              <a:defRPr/>
            </a:pPr>
            <a:r>
              <a:rPr sz="3200" b="0" u="none" strike="noStrike">
                <a:solidFill>
                  <a:schemeClr val="dk1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32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pic>
        <p:nvPicPr>
          <p:cNvPr id="168" name="Picture 168" hidden="0"/>
          <p:cNvPicPr/>
          <p:nvPr isPhoto="0"/>
        </p:nvPicPr>
        <p:blipFill>
          <a:blip r:embed="rId4"/>
          <a:srcRect l="50001" t="13963" r="0" b="54736"/>
          <a:stretch/>
        </p:blipFill>
        <p:spPr bwMode="auto">
          <a:xfrm rot="5400000" flipH="0" flipV="0">
            <a:off x="-1029960" y="1039320"/>
            <a:ext cx="3200760" cy="114012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170" hidden="0"/>
          <p:cNvPicPr/>
          <p:nvPr isPhoto="0"/>
        </p:nvPicPr>
        <p:blipFill>
          <a:blip r:embed="rId5"/>
          <a:srcRect l="50000" t="55843" r="0" b="0"/>
          <a:stretch/>
        </p:blipFill>
        <p:spPr bwMode="auto">
          <a:xfrm rot="16199998" flipH="0" flipV="0">
            <a:off x="-795960" y="4443840"/>
            <a:ext cx="3200760" cy="160848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172" hidden="0"/>
          <p:cNvPicPr/>
          <p:nvPr isPhoto="0"/>
        </p:nvPicPr>
        <p:blipFill>
          <a:blip r:embed="rId4"/>
          <a:srcRect l="50001" t="13963" r="0" b="54736"/>
          <a:stretch/>
        </p:blipFill>
        <p:spPr bwMode="auto">
          <a:xfrm rot="16199998" flipH="0" flipV="0">
            <a:off x="9987480" y="4668840"/>
            <a:ext cx="3200759" cy="114012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174" hidden="0"/>
          <p:cNvPicPr/>
          <p:nvPr isPhoto="0"/>
        </p:nvPicPr>
        <p:blipFill>
          <a:blip r:embed="rId6"/>
          <a:stretch/>
        </p:blipFill>
        <p:spPr bwMode="auto">
          <a:xfrm rot="0" flipH="0" flipV="0">
            <a:off x="9841680" y="284760"/>
            <a:ext cx="2255760" cy="7923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" name="Shape 176" hidden="0"/>
          <p:cNvSpPr txBox="1"/>
          <p:nvPr isPhoto="0">
            <p:ph type="title" idx="7"/>
          </p:nvPr>
        </p:nvSpPr>
        <p:spPr bwMode="auto">
          <a:xfrm rot="0" flipH="0" flipV="0">
            <a:off x="1523880" y="3129840"/>
            <a:ext cx="914364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0" indent="0" algn="ctr">
              <a:lnSpc>
                <a:spcPct val="80000"/>
              </a:lnSpc>
              <a:defRPr/>
            </a:pPr>
            <a:r>
              <a:rPr sz="6000" b="0" u="none" strike="noStrike">
                <a:solidFill>
                  <a:schemeClr val="dk1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6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77" name="Shape 177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&lt;дата/время&gt;</a:t>
            </a:r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8" name="Shape 178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sz="14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9" name="Shape 179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3E7CC927-4873-43A8-A723-52D756C7AB72}" type="slidenum">
              <a:rPr sz="1200" b="0" u="none" strike="noStrike">
                <a:solidFill>
                  <a:schemeClr val="dk1">
                    <a:tint val="75000"/>
                  </a:schemeClr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80" name="Shape 180" hidden="0"/>
          <p:cNvGrpSpPr/>
          <p:nvPr isPhoto="0"/>
        </p:nvGrpSpPr>
        <p:grpSpPr bwMode="auto">
          <a:xfrm rot="0" flipH="0" flipV="0">
            <a:off x="0" y="9360"/>
            <a:ext cx="1608480" cy="6839280"/>
            <a:chOff x="0" y="0"/>
            <a:chExt cx="1608480" cy="6839280"/>
          </a:xfrm>
        </p:grpSpPr>
        <p:pic>
          <p:nvPicPr>
            <p:cNvPr id="182" name="Picture 182" hidden="0"/>
            <p:cNvPicPr/>
            <p:nvPr isPhoto="0"/>
          </p:nvPicPr>
          <p:blipFill>
            <a:blip r:embed="rId4"/>
            <a:srcRect l="50001" t="13963" r="0" b="54736"/>
            <a:stretch/>
          </p:blipFill>
          <p:spPr bwMode="auto">
            <a:xfrm rot="5400000" flipH="0" flipV="0">
              <a:off x="-1029960" y="1029960"/>
              <a:ext cx="3200760" cy="1140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4" name="Picture 184" hidden="0"/>
            <p:cNvPicPr/>
            <p:nvPr isPhoto="0"/>
          </p:nvPicPr>
          <p:blipFill>
            <a:blip r:embed="rId5"/>
            <a:srcRect l="50000" t="55843" r="0" b="0"/>
            <a:stretch/>
          </p:blipFill>
          <p:spPr bwMode="auto">
            <a:xfrm rot="16199998" flipH="0" flipV="0">
              <a:off x="-795960" y="4434480"/>
              <a:ext cx="3200760" cy="1608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5" name="Shape 185" hidden="0"/>
          <p:cNvGrpSpPr/>
          <p:nvPr isPhoto="0"/>
        </p:nvGrpSpPr>
        <p:grpSpPr bwMode="auto">
          <a:xfrm rot="0" flipH="0" flipV="0">
            <a:off x="10549800" y="0"/>
            <a:ext cx="1608480" cy="6839280"/>
            <a:chOff x="0" y="0"/>
            <a:chExt cx="1608480" cy="6839280"/>
          </a:xfrm>
        </p:grpSpPr>
        <p:pic>
          <p:nvPicPr>
            <p:cNvPr id="187" name="Picture 187" hidden="0"/>
            <p:cNvPicPr/>
            <p:nvPr isPhoto="0"/>
          </p:nvPicPr>
          <p:blipFill>
            <a:blip r:embed="rId4"/>
            <a:srcRect l="50001" t="13963" r="0" b="54736"/>
            <a:stretch/>
          </p:blipFill>
          <p:spPr bwMode="auto">
            <a:xfrm rot="16199998" flipH="0" flipV="0">
              <a:off x="-562319" y="4668840"/>
              <a:ext cx="3200759" cy="1140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Picture 189" hidden="0"/>
            <p:cNvPicPr/>
            <p:nvPr isPhoto="0"/>
          </p:nvPicPr>
          <p:blipFill>
            <a:blip r:embed="rId5"/>
            <a:srcRect l="50000" t="55843" r="0" b="0"/>
            <a:stretch/>
          </p:blipFill>
          <p:spPr bwMode="auto">
            <a:xfrm rot="5400000" flipH="0" flipV="0">
              <a:off x="-796320" y="795960"/>
              <a:ext cx="3200760" cy="16084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91" name="Picture 191" hidden="0"/>
          <p:cNvPicPr/>
          <p:nvPr isPhoto="0"/>
        </p:nvPicPr>
        <p:blipFill>
          <a:blip r:embed="rId6"/>
          <a:stretch/>
        </p:blipFill>
        <p:spPr bwMode="auto">
          <a:xfrm rot="0" flipH="0" flipV="0">
            <a:off x="3484800" y="1294560"/>
            <a:ext cx="4802039" cy="1686959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" name="Picture 194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2513880" y="2213280"/>
            <a:ext cx="6918839" cy="243072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196" hidden="0"/>
          <p:cNvPicPr/>
          <p:nvPr isPhoto="0"/>
        </p:nvPicPr>
        <p:blipFill>
          <a:blip r:embed="rId4"/>
          <a:srcRect l="23326" t="0" r="0" b="48520"/>
          <a:stretch/>
        </p:blipFill>
        <p:spPr bwMode="auto">
          <a:xfrm rot="0" flipH="0" flipV="0">
            <a:off x="0" y="4380840"/>
            <a:ext cx="6482880" cy="247680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198" hidden="0"/>
          <p:cNvPicPr/>
          <p:nvPr isPhoto="0"/>
        </p:nvPicPr>
        <p:blipFill>
          <a:blip r:embed="rId4"/>
          <a:srcRect l="23326" t="0" r="0" b="48520"/>
          <a:stretch/>
        </p:blipFill>
        <p:spPr bwMode="auto">
          <a:xfrm rot="10800000" flipH="0" flipV="0">
            <a:off x="5709240" y="0"/>
            <a:ext cx="6482879" cy="2476800"/>
          </a:xfrm>
          <a:prstGeom prst="rect">
            <a:avLst/>
          </a:prstGeom>
          <a:ln w="0">
            <a:noFill/>
          </a:ln>
        </p:spPr>
      </p:pic>
      <p:grpSp>
        <p:nvGrpSpPr>
          <p:cNvPr id="199" name="Shape 199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200" name="Shape 200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01" name="Shape 201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02" name="Shape 202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203" name="Shape 203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204" name="Shape 204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05" name="Shape 205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06" name="Shape 206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44546A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" name="Picture 209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0" flipH="0" flipV="0">
            <a:off x="0" y="4385880"/>
            <a:ext cx="6420960" cy="247176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211" hidden="0"/>
          <p:cNvPicPr/>
          <p:nvPr isPhoto="0"/>
        </p:nvPicPr>
        <p:blipFill>
          <a:blip r:embed="rId5"/>
          <a:stretch/>
        </p:blipFill>
        <p:spPr bwMode="auto">
          <a:xfrm rot="0" flipH="0" flipV="0">
            <a:off x="2513880" y="2213280"/>
            <a:ext cx="6918839" cy="2430720"/>
          </a:xfrm>
          <a:prstGeom prst="rect">
            <a:avLst/>
          </a:prstGeom>
          <a:ln w="0">
            <a:noFill/>
          </a:ln>
        </p:spPr>
      </p:pic>
      <p:pic>
        <p:nvPicPr>
          <p:cNvPr id="213" name="Picture 213" hidden="0"/>
          <p:cNvPicPr/>
          <p:nvPr isPhoto="0"/>
        </p:nvPicPr>
        <p:blipFill>
          <a:blip r:embed="rId4"/>
          <a:srcRect l="23308" t="0" r="584" b="48525"/>
          <a:stretch/>
        </p:blipFill>
        <p:spPr bwMode="auto">
          <a:xfrm rot="10800000" flipH="0" flipV="0">
            <a:off x="5771160" y="0"/>
            <a:ext cx="6420960" cy="2471760"/>
          </a:xfrm>
          <a:prstGeom prst="rect">
            <a:avLst/>
          </a:prstGeom>
          <a:ln w="0">
            <a:noFill/>
          </a:ln>
        </p:spPr>
      </p:pic>
      <p:grpSp>
        <p:nvGrpSpPr>
          <p:cNvPr id="214" name="Shape 214" hidden="0"/>
          <p:cNvGrpSpPr/>
          <p:nvPr isPhoto="0"/>
        </p:nvGrpSpPr>
        <p:grpSpPr bwMode="auto">
          <a:xfrm rot="0" flipH="0" flipV="0">
            <a:off x="226799" y="256319"/>
            <a:ext cx="563039" cy="130320"/>
            <a:chOff x="0" y="0"/>
            <a:chExt cx="563039" cy="130320"/>
          </a:xfrm>
        </p:grpSpPr>
        <p:sp>
          <p:nvSpPr>
            <p:cNvPr id="215" name="Shape 215" hidden="0"/>
            <p:cNvSpPr txBox="0"/>
            <p:nvPr isPhoto="0"/>
          </p:nvSpPr>
          <p:spPr bwMode="auto">
            <a:xfrm rot="5400000" flipH="0" flipV="0">
              <a:off x="43272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16" name="Shape 216" hidden="0"/>
            <p:cNvSpPr txBox="0"/>
            <p:nvPr isPhoto="0"/>
          </p:nvSpPr>
          <p:spPr bwMode="auto">
            <a:xfrm rot="5400000" flipH="0" flipV="0">
              <a:off x="207000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17" name="Shape 217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grpSp>
        <p:nvGrpSpPr>
          <p:cNvPr id="218" name="Shape 218" hidden="0"/>
          <p:cNvGrpSpPr/>
          <p:nvPr isPhoto="0"/>
        </p:nvGrpSpPr>
        <p:grpSpPr bwMode="auto">
          <a:xfrm rot="0" flipH="0" flipV="0">
            <a:off x="1014480" y="256319"/>
            <a:ext cx="562680" cy="130320"/>
            <a:chOff x="0" y="0"/>
            <a:chExt cx="562680" cy="130320"/>
          </a:xfrm>
        </p:grpSpPr>
        <p:sp>
          <p:nvSpPr>
            <p:cNvPr id="219" name="Shape 219" hidden="0"/>
            <p:cNvSpPr txBox="0"/>
            <p:nvPr isPhoto="0"/>
          </p:nvSpPr>
          <p:spPr bwMode="auto">
            <a:xfrm rot="5400000" flipH="0" flipV="0">
              <a:off x="432359" y="0"/>
              <a:ext cx="130319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20" name="Shape 220" hidden="0"/>
            <p:cNvSpPr txBox="0"/>
            <p:nvPr isPhoto="0"/>
          </p:nvSpPr>
          <p:spPr bwMode="auto">
            <a:xfrm rot="5400000" flipH="0" flipV="0">
              <a:off x="206999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221" name="Shape 221" hidden="0"/>
            <p:cNvSpPr txBox="0"/>
            <p:nvPr isPhoto="0"/>
          </p:nvSpPr>
          <p:spPr bwMode="auto">
            <a:xfrm rot="5400000" flipH="0" flipV="0">
              <a:off x="0" y="0"/>
              <a:ext cx="130320" cy="1303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" name="Picture 224" hidden="0"/>
          <p:cNvPicPr/>
          <p:nvPr isPhoto="0"/>
        </p:nvPicPr>
        <p:blipFill>
          <a:blip r:embed="rId4"/>
          <a:stretch/>
        </p:blipFill>
        <p:spPr bwMode="auto">
          <a:xfrm rot="0" flipH="0" flipV="0"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" name="Shape 226" hidden="0"/>
          <p:cNvSpPr txBox="1"/>
          <p:nvPr isPhoto="0">
            <p:ph type="title" idx="8"/>
          </p:nvPr>
        </p:nvSpPr>
        <p:spPr bwMode="auto">
          <a:xfrm rot="0" flipH="0" flipV="0">
            <a:off x="1523880" y="3129840"/>
            <a:ext cx="914364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marL="0" indent="0" algn="ctr">
              <a:lnSpc>
                <a:spcPct val="80000"/>
              </a:lnSpc>
              <a:defRPr/>
            </a:pPr>
            <a:r>
              <a:rPr sz="6000" b="0" u="none" strike="noStrike">
                <a:solidFill>
                  <a:schemeClr val="dk2"/>
                </a:solidFill>
                <a:latin typeface="SamsungOne 800C"/>
                <a:ea typeface="SamsungOne 800C"/>
                <a:cs typeface="SamsungOne 800C"/>
              </a:rPr>
              <a:t>Образец заголовка</a:t>
            </a:r>
            <a:endParaRPr sz="6000" b="0" u="none" strike="noStrike">
              <a:solidFill>
                <a:schemeClr val="dk1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227" name="Shape 227" hidden="0"/>
          <p:cNvSpPr txBox="1"/>
          <p:nvPr isPhoto="0">
            <p:ph type="dt" idx="2"/>
          </p:nvPr>
        </p:nvSpPr>
        <p:spPr bwMode="auto">
          <a:xfrm rot="0" flipH="0" flipV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>
              <a:lnSpc>
                <a:spcPct val="100000"/>
              </a:lnSpc>
              <a:defRPr/>
            </a:pPr>
            <a:r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 </a:t>
            </a:r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8" name="Shape 228" hidden="0"/>
          <p:cNvSpPr txBox="1"/>
          <p:nvPr isPhoto="0">
            <p:ph type="ftr" idx="3"/>
          </p:nvPr>
        </p:nvSpPr>
        <p:spPr bwMode="auto">
          <a:xfrm rot="0" flipH="0" flipV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ctr"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 algn="ctr">
              <a:defRPr/>
            </a:pPr>
            <a:r>
              <a: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9" name="Shape 229" hidden="0"/>
          <p:cNvSpPr txBox="1"/>
          <p:nvPr isPhoto="0">
            <p:ph type="sldNum" idx="4"/>
          </p:nvPr>
        </p:nvSpPr>
        <p:spPr bwMode="auto">
          <a:xfrm rot="0" flipH="0" flipV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marL="0" lvl="0" indent="0" algn="r">
              <a:lnSpc>
                <a:spcPct val="100000"/>
              </a:lnSpc>
              <a:buNone/>
              <a:def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defRPr>
            </a:lvl1pPr>
          </a:lstStyle>
          <a:p>
            <a:pPr marL="0" indent="0" algn="r">
              <a:lnSpc>
                <a:spcPct val="100000"/>
              </a:lnSpc>
              <a:defRPr/>
            </a:pPr>
            <a:fld id="{9FBBF6C4-15BD-46D7-8A48-3B2C93B46BC1}" type="slidenum">
              <a:rPr sz="1200" b="0" u="none" strike="noStrike">
                <a:solidFill>
                  <a:schemeClr val="dk2"/>
                </a:solidFill>
                <a:latin typeface="SamsungOne 450C"/>
                <a:ea typeface="SamsungOne 450C"/>
                <a:cs typeface="SamsungOne 450C"/>
              </a:rPr>
              <a:t>&lt;#&gt;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31" name="Picture 231" hidden="0"/>
          <p:cNvPicPr/>
          <p:nvPr isPhoto="0"/>
        </p:nvPicPr>
        <p:blipFill>
          <a:blip r:embed="rId3"/>
          <a:stretch/>
        </p:blipFill>
        <p:spPr bwMode="auto">
          <a:xfrm rot="0" flipH="0" flipV="0">
            <a:off x="3497400" y="1300680"/>
            <a:ext cx="4748400" cy="1668240"/>
          </a:xfrm>
          <a:prstGeom prst="rect">
            <a:avLst/>
          </a:prstGeom>
          <a:ln w="0">
            <a:noFill/>
          </a:ln>
        </p:spPr>
      </p:pic>
      <p:grpSp>
        <p:nvGrpSpPr>
          <p:cNvPr id="232" name="Shape 232" hidden="0"/>
          <p:cNvGrpSpPr/>
          <p:nvPr isPhoto="0"/>
        </p:nvGrpSpPr>
        <p:grpSpPr bwMode="auto">
          <a:xfrm rot="0" flipH="0" flipV="0">
            <a:off x="0" y="0"/>
            <a:ext cx="1670400" cy="6858000"/>
            <a:chOff x="0" y="0"/>
            <a:chExt cx="1670400" cy="6858000"/>
          </a:xfrm>
        </p:grpSpPr>
        <p:pic>
          <p:nvPicPr>
            <p:cNvPr id="234" name="Picture 234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5400000" flipH="0" flipV="0">
              <a:off x="-786600" y="78660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6" name="Picture 236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16199998" flipH="0" flipV="0">
              <a:off x="-783360" y="440388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7" name="Shape 237" hidden="0"/>
          <p:cNvGrpSpPr/>
          <p:nvPr isPhoto="0"/>
        </p:nvGrpSpPr>
        <p:grpSpPr bwMode="auto">
          <a:xfrm rot="0" flipH="0" flipV="0">
            <a:off x="10518840" y="0"/>
            <a:ext cx="1670400" cy="6858000"/>
            <a:chOff x="0" y="0"/>
            <a:chExt cx="1670400" cy="6858000"/>
          </a:xfrm>
        </p:grpSpPr>
        <p:pic>
          <p:nvPicPr>
            <p:cNvPr id="239" name="Picture 239" hidden="0"/>
            <p:cNvPicPr/>
            <p:nvPr isPhoto="0"/>
          </p:nvPicPr>
          <p:blipFill>
            <a:blip r:embed="rId4"/>
            <a:srcRect l="50090" t="0" r="0" b="54940"/>
            <a:stretch/>
          </p:blipFill>
          <p:spPr bwMode="auto">
            <a:xfrm rot="16199998" flipH="0" flipV="0">
              <a:off x="-780480" y="4407480"/>
              <a:ext cx="3237480" cy="166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1" name="Picture 241" hidden="0"/>
            <p:cNvPicPr/>
            <p:nvPr isPhoto="0"/>
          </p:nvPicPr>
          <p:blipFill>
            <a:blip r:embed="rId4"/>
            <a:srcRect l="50090" t="55969" r="0" b="-1212"/>
            <a:stretch/>
          </p:blipFill>
          <p:spPr bwMode="auto">
            <a:xfrm rot="5400000" flipH="0" flipV="0">
              <a:off x="-783720" y="783360"/>
              <a:ext cx="3237480" cy="167040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4" name="Picture 244" hidden="0"/>
          <p:cNvPicPr/>
          <p:nvPr isPhoto="0"/>
        </p:nvPicPr>
        <p:blipFill>
          <a:blip r:embed="rId4"/>
          <a:stretch/>
        </p:blipFill>
        <p:spPr bwMode="auto">
          <a:xfrm rot="0" flipH="0" flipV="0"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media1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" name="Shape 298" hidden="0"/>
          <p:cNvSpPr txBox="1"/>
          <p:nvPr isPhoto="0">
            <p:ph type="title" idx="3"/>
          </p:nvPr>
        </p:nvSpPr>
        <p:spPr bwMode="auto">
          <a:xfrm rot="0" flipH="0" flipV="0">
            <a:off x="1524179" y="2323556"/>
            <a:ext cx="914364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00000" lnSpcReduction="0"/>
          </a:bodyPr>
          <a:lstStyle>
            <a:defPPr/>
            <a:lvl1pPr lvl="0"/>
          </a:lstStyle>
          <a:p>
            <a:pPr marL="0" indent="0" algn="ctr">
              <a:lnSpc>
                <a:spcPct val="80000"/>
              </a:lnSpc>
              <a:buNone/>
              <a:defRPr/>
            </a:pPr>
            <a:r>
              <a:rPr sz="6000" b="1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Space Raider</a:t>
            </a:r>
            <a:endParaRPr sz="60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300" name="Shape 300" hidden="0"/>
          <p:cNvSpPr txBox="0"/>
          <p:nvPr isPhoto="0"/>
        </p:nvSpPr>
        <p:spPr bwMode="auto">
          <a:xfrm rot="0" flipH="0" flipV="0">
            <a:off x="5007240" y="4183560"/>
            <a:ext cx="6017759" cy="23066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algn="r">
              <a:lnSpc>
                <a:spcPct val="100000"/>
              </a:lnSpc>
              <a:defRPr/>
            </a:pPr>
            <a:r>
              <a:rPr sz="2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Город: Омск</a:t>
            </a:r>
            <a:endParaRPr sz="2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algn="r">
              <a:lnSpc>
                <a:spcPct val="100000"/>
              </a:lnSpc>
              <a:spcBef>
                <a:spcPts val="320"/>
              </a:spcBef>
              <a:defRPr/>
            </a:pPr>
            <a:r>
              <a:rPr sz="2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Площадка: БОУ «СОШ № 120»</a:t>
            </a:r>
            <a:endParaRPr sz="2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algn="r">
              <a:lnSpc>
                <a:spcPct val="100000"/>
              </a:lnSpc>
              <a:spcBef>
                <a:spcPts val="320"/>
              </a:spcBef>
              <a:defRPr/>
            </a:pPr>
            <a:r>
              <a:rPr sz="2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Учащийся: Лутс Семён</a:t>
            </a:r>
            <a:endParaRPr sz="2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algn="r">
              <a:lnSpc>
                <a:spcPct val="100000"/>
              </a:lnSpc>
              <a:defRPr/>
            </a:pPr>
            <a:r>
              <a:rPr sz="2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Преподаватель: </a:t>
            </a:r>
            <a:endParaRPr sz="2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algn="r">
              <a:lnSpc>
                <a:spcPct val="100000"/>
              </a:lnSpc>
              <a:defRPr/>
            </a:pPr>
            <a:r>
              <a:rPr sz="2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Коротаев Вадим Геннадьевич</a:t>
            </a:r>
            <a:endParaRPr sz="2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6" name="Shape 306" hidden="0"/>
          <p:cNvGrpSpPr/>
          <p:nvPr isPhoto="0"/>
        </p:nvGrpSpPr>
        <p:grpSpPr bwMode="auto">
          <a:xfrm rot="0" flipH="0" flipV="0">
            <a:off x="10451520" y="3983400"/>
            <a:ext cx="130319" cy="562680"/>
            <a:chOff x="0" y="0"/>
            <a:chExt cx="130319" cy="562680"/>
          </a:xfrm>
        </p:grpSpPr>
        <p:sp>
          <p:nvSpPr>
            <p:cNvPr id="307" name="Shape 307" hidden="0"/>
            <p:cNvSpPr txBox="0"/>
            <p:nvPr isPhoto="0"/>
          </p:nvSpPr>
          <p:spPr bwMode="auto">
            <a:xfrm rot="0" flipH="0" flipV="0">
              <a:off x="0" y="0"/>
              <a:ext cx="130319" cy="13031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308" name="Shape 308" hidden="0"/>
            <p:cNvSpPr txBox="0"/>
            <p:nvPr isPhoto="0"/>
          </p:nvSpPr>
          <p:spPr bwMode="auto">
            <a:xfrm rot="0" flipH="0" flipV="0">
              <a:off x="0" y="225360"/>
              <a:ext cx="130319" cy="13031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  <p:sp>
          <p:nvSpPr>
            <p:cNvPr id="309" name="Shape 309" hidden="0"/>
            <p:cNvSpPr txBox="0"/>
            <p:nvPr isPhoto="0"/>
          </p:nvSpPr>
          <p:spPr bwMode="auto">
            <a:xfrm rot="0" flipH="0" flipV="0">
              <a:off x="0" y="432360"/>
              <a:ext cx="130319" cy="13031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  <a:defRPr/>
              </a:pPr>
              <a:endParaRPr sz="1800" b="0" u="none" strike="noStrike">
                <a:solidFill>
                  <a:schemeClr val="lt1"/>
                </a:solidFill>
                <a:latin typeface="SamsungOne 450C"/>
                <a:ea typeface="SamsungOne 450C"/>
                <a:cs typeface="SamsungOne 450C"/>
              </a:endParaRPr>
            </a:p>
          </p:txBody>
        </p:sp>
      </p:grpSp>
      <p:pic>
        <p:nvPicPr>
          <p:cNvPr id="1351063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0" flipH="0" flipV="0">
            <a:off x="0" y="0"/>
            <a:ext cx="12191996" cy="6857998"/>
          </a:xfrm>
          <a:prstGeom prst="rect">
            <a:avLst/>
          </a:prstGeom>
        </p:spPr>
      </p:pic>
      <p:sp>
        <p:nvSpPr>
          <p:cNvPr id="1026328488" name=""/>
          <p:cNvSpPr txBox="1"/>
          <p:nvPr/>
        </p:nvSpPr>
        <p:spPr bwMode="auto">
          <a:xfrm flipH="0" flipV="0">
            <a:off x="9356649" y="2834457"/>
            <a:ext cx="348997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1973</a:t>
            </a:r>
            <a:endParaRPr sz="7200">
              <a:solidFill>
                <a:srgbClr val="01FAF8"/>
              </a:solidFill>
              <a:latin typeface="Candara"/>
              <a:cs typeface="Candara"/>
            </a:endParaRPr>
          </a:p>
        </p:txBody>
      </p:sp>
      <p:sp>
        <p:nvSpPr>
          <p:cNvPr id="1089538520" name=""/>
          <p:cNvSpPr txBox="1"/>
          <p:nvPr/>
        </p:nvSpPr>
        <p:spPr bwMode="auto">
          <a:xfrm flipH="0" flipV="0">
            <a:off x="664406" y="2864937"/>
            <a:ext cx="349069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Maze War</a:t>
            </a:r>
            <a:endParaRPr sz="4800">
              <a:solidFill>
                <a:srgbClr val="01FAF8"/>
              </a:solidFill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108624" name="Shape 311" hidden="0"/>
          <p:cNvSpPr txBox="0"/>
          <p:nvPr isPhoto="0"/>
        </p:nvSpPr>
        <p:spPr bwMode="auto">
          <a:xfrm rot="0" flipH="0" flipV="0">
            <a:off x="1676880" y="2316238"/>
            <a:ext cx="9307078" cy="22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spAutoFit/>
          </a:bodyPr>
          <a:p>
            <a:pPr>
              <a:lnSpc>
                <a:spcPct val="100000"/>
              </a:lnSpc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Цель проекта</a:t>
            </a:r>
            <a:endParaRPr sz="4800" b="0" u="none" strike="noStrike">
              <a:solidFill>
                <a:srgbClr val="01FAF8"/>
              </a:solidFill>
              <a:latin typeface="Bahnschrift"/>
              <a:ea typeface="Bahnschrift"/>
              <a:cs typeface="Bahnschrift"/>
            </a:endParaRPr>
          </a:p>
          <a:p>
            <a:pPr marL="482137" indent="-482137">
              <a:lnSpc>
                <a:spcPct val="100000"/>
              </a:lnSpc>
              <a:buFont typeface="Arial"/>
              <a:buChar char="–"/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3D шутер от первого лица с возможностью мультиплеера</a:t>
            </a:r>
            <a:endParaRPr sz="4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" name="Shape 339" hidden="0"/>
          <p:cNvSpPr txBox="1"/>
          <p:nvPr isPhoto="0">
            <p:ph type="title" idx="4294967295"/>
          </p:nvPr>
        </p:nvSpPr>
        <p:spPr bwMode="auto">
          <a:xfrm rot="0" flipH="0" flipV="0">
            <a:off x="838080" y="1045396"/>
            <a:ext cx="9257400" cy="6904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60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Как сделано?</a:t>
            </a:r>
            <a:endParaRPr sz="60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340" name="Shape 340" hidden="0"/>
          <p:cNvSpPr txBox="0"/>
          <p:nvPr isPhoto="0"/>
        </p:nvSpPr>
        <p:spPr bwMode="auto">
          <a:xfrm rot="0" flipH="0" flipV="0">
            <a:off x="991080" y="2238540"/>
            <a:ext cx="10310036" cy="345676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defPPr/>
            <a:lvl1pPr lvl="0">
              <a:defRPr>
                <a:latin typeface="+mn-lt"/>
                <a:ea typeface="+mn-ea"/>
                <a:cs typeface="+mn-cs"/>
              </a:defRPr>
            </a:lvl1pPr>
          </a:lstStyle>
          <a:p>
            <a:pPr marL="614310" indent="-614310">
              <a:lnSpc>
                <a:spcPct val="114999"/>
              </a:lnSpc>
              <a:buFont typeface="Arial"/>
              <a:buChar char="•"/>
              <a:defRPr/>
            </a:pP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3D-графика и физика - Bullet</a:t>
            </a:r>
            <a:endParaRPr sz="4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marL="614310" indent="-614310">
              <a:lnSpc>
                <a:spcPct val="114999"/>
              </a:lnSpc>
              <a:buFont typeface="Arial"/>
              <a:buChar char="•"/>
              <a:defRPr/>
            </a:pP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 </a:t>
            </a: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Управление </a:t>
            </a: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объектами - </a:t>
            </a: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Ashley</a:t>
            </a:r>
            <a:endParaRPr sz="4800" b="0" u="none" strike="noStrike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614310" indent="-614310">
              <a:lnSpc>
                <a:spcPct val="114999"/>
              </a:lnSpc>
              <a:buFont typeface="Arial"/>
              <a:buChar char="•"/>
              <a:defRPr/>
            </a:pP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3D-модели - Blender 3D</a:t>
            </a:r>
            <a:endParaRPr sz="4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  <a:p>
            <a:pPr marL="614310" indent="-614310">
              <a:lnSpc>
                <a:spcPct val="114999"/>
              </a:lnSpc>
              <a:buFont typeface="Arial"/>
              <a:buChar char="•"/>
              <a:defRPr/>
            </a:pPr>
            <a:r>
              <a:rPr sz="48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Мультиплеер - KryoNet</a:t>
            </a:r>
            <a:endParaRPr sz="4800" b="0" u="none" strike="noStrike">
              <a:solidFill>
                <a:srgbClr val="01FAF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206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3081829" cy="7358529"/>
          </a:xfrm>
          <a:prstGeom prst="rect">
            <a:avLst/>
          </a:prstGeom>
        </p:spPr>
      </p:pic>
      <p:sp>
        <p:nvSpPr>
          <p:cNvPr id="192957091" name=""/>
          <p:cNvSpPr/>
          <p:nvPr/>
        </p:nvSpPr>
        <p:spPr bwMode="auto">
          <a:xfrm flipH="0" flipV="0">
            <a:off x="375441" y="860187"/>
            <a:ext cx="5957794" cy="5359076"/>
          </a:xfrm>
          <a:prstGeom prst="rect">
            <a:avLst/>
          </a:prstGeom>
          <a:solidFill>
            <a:schemeClr val="tx1">
              <a:alpha val="71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60267061" name="Shape 339" hidden="0"/>
          <p:cNvSpPr txBox="1"/>
          <p:nvPr isPhoto="0"/>
        </p:nvSpPr>
        <p:spPr bwMode="auto">
          <a:xfrm rot="0" flipH="0" flipV="0">
            <a:off x="580044" y="1178868"/>
            <a:ext cx="9257399" cy="6904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Одиночный режим</a:t>
            </a:r>
            <a:endParaRPr sz="48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207164692" name="Shape 340" hidden="0"/>
          <p:cNvSpPr txBox="0"/>
          <p:nvPr isPhoto="0"/>
        </p:nvSpPr>
        <p:spPr bwMode="auto">
          <a:xfrm rot="0" flipH="0" flipV="0">
            <a:off x="580044" y="2129219"/>
            <a:ext cx="5417733" cy="39322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defPPr/>
            <a:lvl1pPr lvl="0"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sz="36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Вы попадаете в лабиринт. </a:t>
            </a:r>
            <a:r>
              <a:rPr sz="36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Ваша задача - набрать наибольшее число очков за наименьшее время, убивая врагов, которые неожиданно выходят </a:t>
            </a:r>
            <a:endParaRPr sz="3600" b="0" u="none" strike="noStrike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>
              <a:lnSpc>
                <a:spcPct val="100000"/>
              </a:lnSpc>
              <a:defRPr/>
            </a:pPr>
            <a:r>
              <a:rPr sz="3600" b="0" u="none" strike="noStrike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из-за углов</a:t>
            </a:r>
            <a:endParaRPr sz="3600" b="0" u="none" strike="noStrike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656671" name="Shape 339" hidden="0"/>
          <p:cNvSpPr txBox="1"/>
          <p:nvPr isPhoto="0"/>
        </p:nvSpPr>
        <p:spPr bwMode="auto">
          <a:xfrm rot="0" flipH="0" flipV="0">
            <a:off x="838080" y="620172"/>
            <a:ext cx="9257399" cy="6904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60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Режим по сети</a:t>
            </a:r>
            <a:endParaRPr sz="60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300029303" name=""/>
          <p:cNvSpPr txBox="1"/>
          <p:nvPr/>
        </p:nvSpPr>
        <p:spPr bwMode="auto">
          <a:xfrm flipH="0" flipV="0">
            <a:off x="954239" y="2483301"/>
            <a:ext cx="5375902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Данный режим доступен</a:t>
            </a: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 только двум игрокам, оба телефона должны быть подключены 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к одной точке Wi-Fi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cs typeface="Candara"/>
            </a:endParaRPr>
          </a:p>
        </p:txBody>
      </p:sp>
      <p:pic>
        <p:nvPicPr>
          <p:cNvPr id="451818506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7178773" y="1916275"/>
            <a:ext cx="3954314" cy="3251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38166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942826621" name=""/>
          <p:cNvSpPr/>
          <p:nvPr/>
        </p:nvSpPr>
        <p:spPr bwMode="auto">
          <a:xfrm flipH="0" flipV="0">
            <a:off x="371167" y="1213566"/>
            <a:ext cx="7456184" cy="672756"/>
          </a:xfrm>
          <a:prstGeom prst="rect">
            <a:avLst/>
          </a:prstGeom>
          <a:solidFill>
            <a:schemeClr val="tx1"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06870219" name=""/>
          <p:cNvSpPr/>
          <p:nvPr/>
        </p:nvSpPr>
        <p:spPr bwMode="auto">
          <a:xfrm flipH="0" flipV="0">
            <a:off x="2030098" y="5068132"/>
            <a:ext cx="7456183" cy="1378546"/>
          </a:xfrm>
          <a:prstGeom prst="rect">
            <a:avLst/>
          </a:prstGeom>
          <a:solidFill>
            <a:schemeClr val="tx1"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64184298" name="Shape 339" hidden="0"/>
          <p:cNvSpPr txBox="1"/>
          <p:nvPr isPhoto="0"/>
        </p:nvSpPr>
        <p:spPr bwMode="auto">
          <a:xfrm rot="0" flipH="0" flipV="0">
            <a:off x="2985873" y="5412166"/>
            <a:ext cx="9257398" cy="6904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60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Режим по сети</a:t>
            </a:r>
            <a:endParaRPr sz="60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126996890" name=""/>
          <p:cNvSpPr/>
          <p:nvPr/>
        </p:nvSpPr>
        <p:spPr bwMode="auto">
          <a:xfrm flipH="0" flipV="0">
            <a:off x="336803" y="3137646"/>
            <a:ext cx="7456183" cy="642426"/>
          </a:xfrm>
          <a:prstGeom prst="rect">
            <a:avLst/>
          </a:prstGeom>
          <a:solidFill>
            <a:schemeClr val="tx1"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9007206" name=""/>
          <p:cNvSpPr txBox="1"/>
          <p:nvPr/>
        </p:nvSpPr>
        <p:spPr bwMode="auto">
          <a:xfrm flipH="0" flipV="0">
            <a:off x="526681" y="896066"/>
            <a:ext cx="10464097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Другой может к ней подключиться -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cs typeface="Candara"/>
            </a:endParaRPr>
          </a:p>
        </p:txBody>
      </p:sp>
      <p:sp>
        <p:nvSpPr>
          <p:cNvPr id="1475213501" name=""/>
          <p:cNvSpPr txBox="1"/>
          <p:nvPr/>
        </p:nvSpPr>
        <p:spPr bwMode="auto">
          <a:xfrm flipH="0" flipV="0">
            <a:off x="526681" y="1176213"/>
            <a:ext cx="1046625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Один из игроков создаёт комнату</a:t>
            </a: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cs typeface="Candara"/>
              </a:rPr>
              <a:t> </a:t>
            </a: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cs typeface="Candara"/>
              </a:rPr>
              <a:t>-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7951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81027162" name=""/>
          <p:cNvSpPr/>
          <p:nvPr/>
        </p:nvSpPr>
        <p:spPr bwMode="auto">
          <a:xfrm flipH="0" flipV="0">
            <a:off x="838080" y="467982"/>
            <a:ext cx="5957793" cy="2961017"/>
          </a:xfrm>
          <a:prstGeom prst="rect">
            <a:avLst/>
          </a:prstGeom>
          <a:solidFill>
            <a:schemeClr val="tx1">
              <a:alpha val="71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0919259" name="Shape 339" hidden="0"/>
          <p:cNvSpPr txBox="1"/>
          <p:nvPr isPhoto="0"/>
        </p:nvSpPr>
        <p:spPr bwMode="auto">
          <a:xfrm rot="0" flipH="0" flipV="0">
            <a:off x="838080" y="620172"/>
            <a:ext cx="9257398" cy="6904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60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Режим по сети</a:t>
            </a:r>
            <a:endParaRPr sz="60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37987358" name=""/>
          <p:cNvSpPr txBox="1"/>
          <p:nvPr/>
        </p:nvSpPr>
        <p:spPr bwMode="auto">
          <a:xfrm flipH="0" flipV="0">
            <a:off x="1123608" y="1510457"/>
            <a:ext cx="5672984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Игроки участвуют 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в бесконечной дуэли 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ea typeface="Candara"/>
              <a:cs typeface="Candara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rgbClr val="01FAF8"/>
                </a:solidFill>
                <a:latin typeface="Candara"/>
                <a:ea typeface="Candara"/>
                <a:cs typeface="Candara"/>
              </a:rPr>
              <a:t>с подсчётом очков</a:t>
            </a:r>
            <a:endParaRPr lang="ru-RU" sz="3600" b="0" i="0" u="none" strike="noStrike" cap="none" spc="0">
              <a:solidFill>
                <a:srgbClr val="01FAF8"/>
              </a:solidFill>
              <a:latin typeface="Candara"/>
              <a:cs typeface="Candar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324087" name="Shape 339" hidden="0"/>
          <p:cNvSpPr txBox="1"/>
          <p:nvPr isPhoto="0"/>
        </p:nvSpPr>
        <p:spPr bwMode="auto">
          <a:xfrm rot="0" flipH="0" flipV="0">
            <a:off x="838080" y="1555662"/>
            <a:ext cx="10423571" cy="6904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/>
            <a:lvl1pPr lvl="0"/>
          </a:lstStyle>
          <a:p>
            <a:pPr marL="0" indent="0">
              <a:lnSpc>
                <a:spcPct val="80000"/>
              </a:lnSpc>
              <a:buNone/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Дальнейшие возможности</a:t>
            </a:r>
            <a:endParaRPr sz="4800" b="0" u="none" strike="noStrike">
              <a:solidFill>
                <a:srgbClr val="01FAF8"/>
              </a:solidFill>
              <a:latin typeface="SamsungOne 450C"/>
              <a:ea typeface="SamsungOne 450C"/>
              <a:cs typeface="SamsungOne 450C"/>
            </a:endParaRPr>
          </a:p>
        </p:txBody>
      </p:sp>
      <p:sp>
        <p:nvSpPr>
          <p:cNvPr id="1461345896" name="Shape 340" hidden="0"/>
          <p:cNvSpPr txBox="0"/>
          <p:nvPr isPhoto="0"/>
        </p:nvSpPr>
        <p:spPr bwMode="auto">
          <a:xfrm rot="0" flipH="0" flipV="0">
            <a:off x="991080" y="2408628"/>
            <a:ext cx="10441434" cy="30178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defPPr/>
            <a:lvl1pPr lvl="0"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Новое оружие, разные уровни...</a:t>
            </a:r>
            <a:endParaRPr sz="4800" b="0" u="none" strike="noStrike">
              <a:solidFill>
                <a:srgbClr val="01FAF8"/>
              </a:solidFill>
              <a:latin typeface="Bahnschrift"/>
              <a:cs typeface="Bahnschrift"/>
            </a:endParaRPr>
          </a:p>
          <a:p>
            <a:pPr>
              <a:lnSpc>
                <a:spcPct val="100000"/>
              </a:lnSpc>
              <a:defRPr/>
            </a:pP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Игра создана так, что дальнейшее её развитие</a:t>
            </a:r>
            <a:r>
              <a:rPr sz="4800" b="0" u="none" strike="noStrike">
                <a:solidFill>
                  <a:srgbClr val="01FAF8"/>
                </a:solidFill>
                <a:latin typeface="Bahnschrift"/>
                <a:ea typeface="Bahnschrift"/>
                <a:cs typeface="Bahnschrift"/>
              </a:rPr>
              <a:t> не составит особых проблем</a:t>
            </a:r>
            <a:endParaRPr sz="4800" b="0" u="none" strike="noStrike">
              <a:solidFill>
                <a:srgbClr val="01FAF8"/>
              </a:solidFill>
              <a:latin typeface="Bahnschrift"/>
              <a:ea typeface="Bahnschrift"/>
              <a:cs typeface="Bahnschrif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_rels/theme13.xml.rels><?xml version="1.0" encoding="UTF-8" standalone="yes"?><Relationships xmlns="http://schemas.openxmlformats.org/package/2006/relationships"></Relationships>
</file>

<file path=ppt/theme/_rels/theme14.xml.rels><?xml version="1.0" encoding="UTF-8" standalone="yes"?><Relationships xmlns="http://schemas.openxmlformats.org/package/2006/relationships"></Relationships>
</file>

<file path=ppt/theme/_rels/theme15.xml.rels><?xml version="1.0" encoding="UTF-8" standalone="yes"?><Relationships xmlns="http://schemas.openxmlformats.org/package/2006/relationships"></Relationships>
</file>

<file path=ppt/theme/_rels/theme16.xml.rels><?xml version="1.0" encoding="UTF-8" standalone="yes"?><Relationships xmlns="http://schemas.openxmlformats.org/package/2006/relationships"></Relationships>
</file>

<file path=ppt/theme/_rels/theme17.xml.rels><?xml version="1.0" encoding="UTF-8" standalone="yes"?><Relationships xmlns="http://schemas.openxmlformats.org/package/2006/relationships"></Relationships>
</file>

<file path=ppt/theme/_rels/theme18.xml.rels><?xml version="1.0" encoding="UTF-8" standalone="yes"?><Relationships xmlns="http://schemas.openxmlformats.org/package/2006/relationships"></Relationships>
</file>

<file path=ppt/theme/_rels/theme19.xml.rels><?xml version="1.0" encoding="UTF-8" standalone="yes"?><Relationships xmlns="http://schemas.openxmlformats.org/package/2006/relationships"></Relationships>
</file>

<file path=ppt/theme/_rels/theme20.xml.rels><?xml version="1.0" encoding="UTF-8" standalone="yes"?><Relationships xmlns="http://schemas.openxmlformats.org/package/2006/relationships"></Relationships>
</file>

<file path=ppt/theme/_rels/theme21.xml.rels><?xml version="1.0" encoding="UTF-8" standalone="yes"?><Relationships xmlns="http://schemas.openxmlformats.org/package/2006/relationships"></Relationships>
</file>

<file path=ppt/theme/_rels/theme2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3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 En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4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5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6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7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8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19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20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En">
  <a:themeElements>
    <a:clrScheme name="Другая 1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ppt/theme/theme2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2.xml><?xml version="1.0" encoding="utf-8"?>
<a:theme xmlns:a="http://schemas.openxmlformats.org/drawingml/2006/main" xmlns:r="http://schemas.openxmlformats.org/officeDocument/2006/relationships" xmlns:p="http://schemas.openxmlformats.org/presentationml/2006/main" name="Samsung IT School White">
  <a:themeElements>
    <a:clrScheme name="Другая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0</TotalTime>
  <Words>0</Words>
  <Application>ONLYOFFICE/8.2.2.22</Application>
  <DocSecurity>0</DocSecurity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21</vt:i4>
      </vt:variant>
      <vt:variant>
        <vt:lpstr>Slide Titles</vt:lpstr>
      </vt:variant>
      <vt:variant>
        <vt:i4>9</vt:i4>
      </vt:variant>
    </vt:vector>
  </HeadingPairs>
  <TitlesOfParts>
    <vt:vector size="30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Theme 12</vt:lpstr>
      <vt:lpstr>Theme 13</vt:lpstr>
      <vt:lpstr>Theme 14</vt:lpstr>
      <vt:lpstr>Theme 15</vt:lpstr>
      <vt:lpstr>Theme 16</vt:lpstr>
      <vt:lpstr>Theme 17</vt:lpstr>
      <vt:lpstr>Theme 18</vt:lpstr>
      <vt:lpstr>Theme 19</vt:lpstr>
      <vt:lpstr>Theme 20</vt:lpstr>
      <vt:lpstr>Theme 21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8</cp:revision>
  <dcterms:created xsi:type="dcterms:W3CDTF">2020-05-25T08:37:09Z</dcterms:created>
  <dcterms:modified xsi:type="dcterms:W3CDTF">2025-07-06T17:18:46Z</dcterms:modified>
</cp:coreProperties>
</file>